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22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5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23.xml"/>
  <Override ContentType="application/vnd.openxmlformats-officedocument.presentationml.slide+xml" PartName="/ppt/slides/slide2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  <p:sldId id="278" r:id="rId28"/>
    <p:sldId id="279" r:id="rId29"/>
    <p:sldId id="280" r:id="rId30"/>
    <p:sldId id="281" r:id="rId31"/>
    <p:sldId id="282" r:id="rId32"/>
  </p:sldIdLst>
  <p:sldSz cy="5143500" cx="9144000"/>
  <p:notesSz cx="6858000" cy="9144000"/>
  <p:embeddedFontLst>
    <p:embeddedFont>
      <p:font typeface="Nunito"/>
      <p:regular r:id="rId33"/>
      <p:bold r:id="rId34"/>
      <p:italic r:id="rId35"/>
      <p:boldItalic r:id="rId36"/>
    </p:embeddedFont>
    <p:embeddedFont>
      <p:font typeface="Maven Pro"/>
      <p:regular r:id="rId37"/>
      <p:bold r:id="rId38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5.xml"/><Relationship Id="rId22" Type="http://schemas.openxmlformats.org/officeDocument/2006/relationships/slide" Target="slides/slide17.xml"/><Relationship Id="rId21" Type="http://schemas.openxmlformats.org/officeDocument/2006/relationships/slide" Target="slides/slide16.xml"/><Relationship Id="rId24" Type="http://schemas.openxmlformats.org/officeDocument/2006/relationships/slide" Target="slides/slide19.xml"/><Relationship Id="rId23" Type="http://schemas.openxmlformats.org/officeDocument/2006/relationships/slide" Target="slides/slide18.xml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6" Type="http://schemas.openxmlformats.org/officeDocument/2006/relationships/slide" Target="slides/slide21.xml"/><Relationship Id="rId25" Type="http://schemas.openxmlformats.org/officeDocument/2006/relationships/slide" Target="slides/slide20.xml"/><Relationship Id="rId28" Type="http://schemas.openxmlformats.org/officeDocument/2006/relationships/slide" Target="slides/slide23.xml"/><Relationship Id="rId27" Type="http://schemas.openxmlformats.org/officeDocument/2006/relationships/slide" Target="slides/slide22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29" Type="http://schemas.openxmlformats.org/officeDocument/2006/relationships/slide" Target="slides/slide24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31" Type="http://schemas.openxmlformats.org/officeDocument/2006/relationships/slide" Target="slides/slide26.xml"/><Relationship Id="rId30" Type="http://schemas.openxmlformats.org/officeDocument/2006/relationships/slide" Target="slides/slide25.xml"/><Relationship Id="rId11" Type="http://schemas.openxmlformats.org/officeDocument/2006/relationships/slide" Target="slides/slide6.xml"/><Relationship Id="rId33" Type="http://schemas.openxmlformats.org/officeDocument/2006/relationships/font" Target="fonts/Nunito-regular.fntdata"/><Relationship Id="rId10" Type="http://schemas.openxmlformats.org/officeDocument/2006/relationships/slide" Target="slides/slide5.xml"/><Relationship Id="rId32" Type="http://schemas.openxmlformats.org/officeDocument/2006/relationships/slide" Target="slides/slide27.xml"/><Relationship Id="rId13" Type="http://schemas.openxmlformats.org/officeDocument/2006/relationships/slide" Target="slides/slide8.xml"/><Relationship Id="rId35" Type="http://schemas.openxmlformats.org/officeDocument/2006/relationships/font" Target="fonts/Nunito-italic.fntdata"/><Relationship Id="rId12" Type="http://schemas.openxmlformats.org/officeDocument/2006/relationships/slide" Target="slides/slide7.xml"/><Relationship Id="rId34" Type="http://schemas.openxmlformats.org/officeDocument/2006/relationships/font" Target="fonts/Nunito-bold.fntdata"/><Relationship Id="rId15" Type="http://schemas.openxmlformats.org/officeDocument/2006/relationships/slide" Target="slides/slide10.xml"/><Relationship Id="rId37" Type="http://schemas.openxmlformats.org/officeDocument/2006/relationships/font" Target="fonts/MavenPro-regular.fntdata"/><Relationship Id="rId14" Type="http://schemas.openxmlformats.org/officeDocument/2006/relationships/slide" Target="slides/slide9.xml"/><Relationship Id="rId36" Type="http://schemas.openxmlformats.org/officeDocument/2006/relationships/font" Target="fonts/Nunito-boldItalic.fntdata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38" Type="http://schemas.openxmlformats.org/officeDocument/2006/relationships/font" Target="fonts/MavenPro-bold.fntdata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3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p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9" name="Shape 2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0" name="Google Shape;280;g3f6bcfbb1da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81" name="Google Shape;281;g3f6bcfbb1da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8" name="Shape 2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9" name="Google Shape;289;g3f99b3d5c8f_1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90" name="Google Shape;290;g3f99b3d5c8f_1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5" name="Shape 2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" name="Google Shape;296;g3f6bcfbb1da_0_1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97" name="Google Shape;297;g3f6bcfbb1da_0_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Times New Roman"/>
                <a:ea typeface="Times New Roman"/>
                <a:cs typeface="Times New Roman"/>
                <a:sym typeface="Times New Roman"/>
              </a:rPr>
              <a:t>Mean −log10(PKDA) across </a:t>
            </a:r>
            <a:r>
              <a:rPr lang="en">
                <a:latin typeface="Times New Roman"/>
                <a:ea typeface="Times New Roman"/>
                <a:cs typeface="Times New Roman"/>
                <a:sym typeface="Times New Roman"/>
              </a:rPr>
              <a:t>eligible</a:t>
            </a:r>
            <a:r>
              <a:rPr lang="en">
                <a:latin typeface="Times New Roman"/>
                <a:ea typeface="Times New Roman"/>
                <a:cs typeface="Times New Roman"/>
                <a:sym typeface="Times New Roman"/>
              </a:rPr>
              <a:t> runs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1" name="Shape 3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2" name="Google Shape;302;g3f6afe4e8da_0_2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3" name="Google Shape;303;g3f6afe4e8da_0_2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7" name="Shape 3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8" name="Google Shape;308;g3f6bcfbb1da_0_29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9" name="Google Shape;309;g3f6bcfbb1da_0_29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Size = proportion of runs significant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Color = mean log P value, dark blue is best</a:t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5" name="Shape 3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6" name="Google Shape;316;g3f6bcfbb1da_0_30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17" name="Google Shape;317;g3f6bcfbb1da_0_30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1" name="Shape 3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2" name="Google Shape;322;g3f6bcfbb1da_0_32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23" name="Google Shape;323;g3f6bcfbb1da_0_32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Illustration of KDA connections relevant to understanding the three main conclusions from last week, in the relevant cell type. 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9" name="Shape 3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0" name="Google Shape;330;g3f99b3d5c8f_2_2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31" name="Google Shape;331;g3f99b3d5c8f_2_2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Illustration of KDA connections relevant to understanding the three main conclusions from last week, in the relevant cell type. 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7" name="Shape 3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8" name="Google Shape;338;g3f6bcfbb1da_0_32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39" name="Google Shape;339;g3f6bcfbb1da_0_32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3" name="Shape 3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4" name="Google Shape;344;g3f99b3d5c8f_1_1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45" name="Google Shape;345;g3f99b3d5c8f_1_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Illustration of KDA connections relevant to understanding the three main conclusions from last week, in the relevant cell type. 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9" name="Shape 3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0" name="Google Shape;350;g3f6bcfbb1da_0_34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51" name="Google Shape;351;g3f6bcfbb1da_0_34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5" name="Shape 3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6" name="Google Shape;356;g3f6bcfbb1da_0_35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57" name="Google Shape;357;g3f6bcfbb1da_0_35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Add link</a:t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64" name="Shape 3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5" name="Google Shape;365;g3f99b3d5c8f_1_5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66" name="Google Shape;366;g3f99b3d5c8f_1_5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Add link</a:t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70" name="Shape 3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1" name="Google Shape;371;g3f99b3d5c8f_1_6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72" name="Google Shape;372;g3f99b3d5c8f_1_6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Add link</a:t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77" name="Shape 3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" name="Google Shape;378;g3f6bcfbb1da_0_36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79" name="Google Shape;379;g3f6bcfbb1da_0_36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83" name="Shape 3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4" name="Google Shape;384;g3f6bcfbb1da_0_35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85" name="Google Shape;385;g3f6bcfbb1da_0_35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89" name="Shape 3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0" name="Google Shape;390;g3f6bcfbb1da_0_42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91" name="Google Shape;391;g3f6bcfbb1da_0_42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96" name="Shape 3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7" name="Google Shape;397;g3f6bcfbb1da_0_43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98" name="Google Shape;398;g3f6bcfbb1da_0_43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03" name="Shape 4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4" name="Google Shape;404;g3f6bcfbb1da_0_36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05" name="Google Shape;405;g3f6bcfbb1da_0_36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10" name="Shape 4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1" name="Google Shape;411;g3f6bcfbb1da_0_37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12" name="Google Shape;412;g3f6bcfbb1da_0_37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Size represents number of primary directional calls</a:t>
            </a:r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16" name="Shape 4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7" name="Google Shape;417;g3f6bcfbb1da_0_38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18" name="Google Shape;418;g3f6bcfbb1da_0_38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22" name="Shape 4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3" name="Google Shape;423;g3f6bcfbb1da_0_40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24" name="Google Shape;424;g3f6bcfbb1da_0_40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Size represents number of primary directional calls</a:t>
            </a:r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28" name="Shape 4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9" name="Google Shape;429;g3f6bcfbb1da_0_38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30" name="Google Shape;430;g3f6bcfbb1da_0_38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34" name="Shape 4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5" name="Google Shape;435;g3f6bcfbb1da_0_40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36" name="Google Shape;436;g3f6bcfbb1da_0_40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41" name="Shape 4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2" name="Google Shape;442;g3f6bcfbb1da_0_39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43" name="Google Shape;443;g3f6bcfbb1da_0_39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47" name="Shape 4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8" name="Google Shape;448;g3f99b3d5c8f_2_2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49" name="Google Shape;449;g3f99b3d5c8f_2_2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bg>
      <p:bgPr>
        <a:solidFill>
          <a:schemeClr val="accent3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Google Shape;10;p2"/>
          <p:cNvGrpSpPr/>
          <p:nvPr/>
        </p:nvGrpSpPr>
        <p:grpSpPr>
          <a:xfrm>
            <a:off x="7343003" y="3409675"/>
            <a:ext cx="1691422" cy="1732548"/>
            <a:chOff x="7343003" y="3409675"/>
            <a:chExt cx="1691422" cy="1732548"/>
          </a:xfrm>
        </p:grpSpPr>
        <p:grpSp>
          <p:nvGrpSpPr>
            <p:cNvPr id="11" name="Google Shape;11;p2"/>
            <p:cNvGrpSpPr/>
            <p:nvPr/>
          </p:nvGrpSpPr>
          <p:grpSpPr>
            <a:xfrm>
              <a:off x="7343003" y="4453711"/>
              <a:ext cx="316800" cy="688513"/>
              <a:chOff x="7343003" y="4453711"/>
              <a:chExt cx="316800" cy="688513"/>
            </a:xfrm>
          </p:grpSpPr>
          <p:sp>
            <p:nvSpPr>
              <p:cNvPr id="12" name="Google Shape;12;p2"/>
              <p:cNvSpPr/>
              <p:nvPr/>
            </p:nvSpPr>
            <p:spPr>
              <a:xfrm>
                <a:off x="7343003" y="4453711"/>
                <a:ext cx="316800" cy="688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3" name="Google Shape;13;p2"/>
              <p:cNvSpPr/>
              <p:nvPr/>
            </p:nvSpPr>
            <p:spPr>
              <a:xfrm>
                <a:off x="7343003" y="4801723"/>
                <a:ext cx="316800" cy="340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4" name="Google Shape;14;p2"/>
            <p:cNvGrpSpPr/>
            <p:nvPr/>
          </p:nvGrpSpPr>
          <p:grpSpPr>
            <a:xfrm>
              <a:off x="7801210" y="4105700"/>
              <a:ext cx="316800" cy="1036523"/>
              <a:chOff x="7801210" y="4105700"/>
              <a:chExt cx="316800" cy="1036523"/>
            </a:xfrm>
          </p:grpSpPr>
          <p:sp>
            <p:nvSpPr>
              <p:cNvPr id="15" name="Google Shape;15;p2"/>
              <p:cNvSpPr/>
              <p:nvPr/>
            </p:nvSpPr>
            <p:spPr>
              <a:xfrm>
                <a:off x="7801210" y="4453711"/>
                <a:ext cx="316800" cy="688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" name="Google Shape;16;p2"/>
              <p:cNvSpPr/>
              <p:nvPr/>
            </p:nvSpPr>
            <p:spPr>
              <a:xfrm>
                <a:off x="7801210" y="4105700"/>
                <a:ext cx="316800" cy="1036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7" name="Google Shape;17;p2"/>
              <p:cNvSpPr/>
              <p:nvPr/>
            </p:nvSpPr>
            <p:spPr>
              <a:xfrm>
                <a:off x="7801210" y="4801723"/>
                <a:ext cx="316800" cy="340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8" name="Google Shape;18;p2"/>
            <p:cNvGrpSpPr/>
            <p:nvPr/>
          </p:nvGrpSpPr>
          <p:grpSpPr>
            <a:xfrm>
              <a:off x="8259418" y="3757688"/>
              <a:ext cx="316800" cy="1384535"/>
              <a:chOff x="8259418" y="3757688"/>
              <a:chExt cx="316800" cy="1384535"/>
            </a:xfrm>
          </p:grpSpPr>
          <p:sp>
            <p:nvSpPr>
              <p:cNvPr id="19" name="Google Shape;19;p2"/>
              <p:cNvSpPr/>
              <p:nvPr/>
            </p:nvSpPr>
            <p:spPr>
              <a:xfrm>
                <a:off x="8259418" y="4453711"/>
                <a:ext cx="316800" cy="688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0" name="Google Shape;20;p2"/>
              <p:cNvSpPr/>
              <p:nvPr/>
            </p:nvSpPr>
            <p:spPr>
              <a:xfrm>
                <a:off x="8259418" y="3757688"/>
                <a:ext cx="316800" cy="1384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1" name="Google Shape;21;p2"/>
              <p:cNvSpPr/>
              <p:nvPr/>
            </p:nvSpPr>
            <p:spPr>
              <a:xfrm>
                <a:off x="8259418" y="4105700"/>
                <a:ext cx="316800" cy="1036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2" name="Google Shape;22;p2"/>
              <p:cNvSpPr/>
              <p:nvPr/>
            </p:nvSpPr>
            <p:spPr>
              <a:xfrm>
                <a:off x="8259418" y="4801723"/>
                <a:ext cx="316800" cy="340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23" name="Google Shape;23;p2"/>
            <p:cNvGrpSpPr/>
            <p:nvPr/>
          </p:nvGrpSpPr>
          <p:grpSpPr>
            <a:xfrm>
              <a:off x="8717625" y="3409675"/>
              <a:ext cx="316800" cy="1732548"/>
              <a:chOff x="8717625" y="3409675"/>
              <a:chExt cx="316800" cy="1732548"/>
            </a:xfrm>
          </p:grpSpPr>
          <p:sp>
            <p:nvSpPr>
              <p:cNvPr id="24" name="Google Shape;24;p2"/>
              <p:cNvSpPr/>
              <p:nvPr/>
            </p:nvSpPr>
            <p:spPr>
              <a:xfrm>
                <a:off x="8717625" y="4453711"/>
                <a:ext cx="316800" cy="688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5" name="Google Shape;25;p2"/>
              <p:cNvSpPr/>
              <p:nvPr/>
            </p:nvSpPr>
            <p:spPr>
              <a:xfrm>
                <a:off x="8717625" y="3757688"/>
                <a:ext cx="316800" cy="1384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6" name="Google Shape;26;p2"/>
              <p:cNvSpPr/>
              <p:nvPr/>
            </p:nvSpPr>
            <p:spPr>
              <a:xfrm>
                <a:off x="8717625" y="4105700"/>
                <a:ext cx="316800" cy="1036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7" name="Google Shape;27;p2"/>
              <p:cNvSpPr/>
              <p:nvPr/>
            </p:nvSpPr>
            <p:spPr>
              <a:xfrm>
                <a:off x="8717625" y="3409675"/>
                <a:ext cx="316800" cy="1732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8" name="Google Shape;28;p2"/>
              <p:cNvSpPr/>
              <p:nvPr/>
            </p:nvSpPr>
            <p:spPr>
              <a:xfrm>
                <a:off x="8717625" y="4801723"/>
                <a:ext cx="316800" cy="340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  <p:grpSp>
        <p:nvGrpSpPr>
          <p:cNvPr id="29" name="Google Shape;29;p2"/>
          <p:cNvGrpSpPr/>
          <p:nvPr/>
        </p:nvGrpSpPr>
        <p:grpSpPr>
          <a:xfrm>
            <a:off x="5043503" y="0"/>
            <a:ext cx="3814072" cy="3839102"/>
            <a:chOff x="5043503" y="0"/>
            <a:chExt cx="3814072" cy="3839102"/>
          </a:xfrm>
        </p:grpSpPr>
        <p:sp>
          <p:nvSpPr>
            <p:cNvPr id="30" name="Google Shape;30;p2"/>
            <p:cNvSpPr/>
            <p:nvPr/>
          </p:nvSpPr>
          <p:spPr>
            <a:xfrm>
              <a:off x="8460975" y="1817775"/>
              <a:ext cx="396600" cy="396600"/>
            </a:xfrm>
            <a:prstGeom prst="ellipse">
              <a:avLst/>
            </a:prstGeom>
            <a:solidFill>
              <a:schemeClr val="lt1">
                <a:alpha val="94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" name="Google Shape;31;p2"/>
            <p:cNvSpPr/>
            <p:nvPr/>
          </p:nvSpPr>
          <p:spPr>
            <a:xfrm rot="-9830444">
              <a:off x="6469759" y="3480728"/>
              <a:ext cx="320148" cy="320148"/>
            </a:xfrm>
            <a:prstGeom prst="ellipse">
              <a:avLst/>
            </a:prstGeom>
            <a:solidFill>
              <a:schemeClr val="lt1">
                <a:alpha val="94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32" name="Google Shape;32;p2"/>
            <p:cNvGrpSpPr/>
            <p:nvPr/>
          </p:nvGrpSpPr>
          <p:grpSpPr>
            <a:xfrm>
              <a:off x="7647812" y="2704283"/>
              <a:ext cx="635219" cy="635219"/>
              <a:chOff x="6725724" y="2701260"/>
              <a:chExt cx="1208101" cy="1208100"/>
            </a:xfrm>
          </p:grpSpPr>
          <p:sp>
            <p:nvSpPr>
              <p:cNvPr id="33" name="Google Shape;33;p2"/>
              <p:cNvSpPr/>
              <p:nvPr/>
            </p:nvSpPr>
            <p:spPr>
              <a:xfrm rot="5400000">
                <a:off x="6725725" y="2701260"/>
                <a:ext cx="1208100" cy="1208100"/>
              </a:xfrm>
              <a:prstGeom prst="ellipse">
                <a:avLst/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4" name="Google Shape;34;p2"/>
              <p:cNvSpPr/>
              <p:nvPr/>
            </p:nvSpPr>
            <p:spPr>
              <a:xfrm rot="5400000">
                <a:off x="6725724" y="2701260"/>
                <a:ext cx="1208100" cy="1208100"/>
              </a:xfrm>
              <a:prstGeom prst="pie">
                <a:avLst>
                  <a:gd fmla="val 8244818" name="adj1"/>
                  <a:gd fmla="val 16246175" name="adj2"/>
                </a:avLst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5" name="Google Shape;35;p2"/>
              <p:cNvSpPr/>
              <p:nvPr/>
            </p:nvSpPr>
            <p:spPr>
              <a:xfrm rot="5400000">
                <a:off x="6954988" y="2930398"/>
                <a:ext cx="749700" cy="749700"/>
              </a:xfrm>
              <a:prstGeom prst="ellipse">
                <a:avLst/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sp>
          <p:nvSpPr>
            <p:cNvPr id="36" name="Google Shape;36;p2"/>
            <p:cNvSpPr/>
            <p:nvPr/>
          </p:nvSpPr>
          <p:spPr>
            <a:xfrm>
              <a:off x="8460975" y="1817775"/>
              <a:ext cx="396600" cy="396600"/>
            </a:xfrm>
            <a:prstGeom prst="pie">
              <a:avLst>
                <a:gd fmla="val 19376841" name="adj1"/>
                <a:gd fmla="val 16200000" name="adj2"/>
              </a:avLst>
            </a:prstGeom>
            <a:solidFill>
              <a:schemeClr val="lt1">
                <a:alpha val="94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37" name="Google Shape;37;p2"/>
            <p:cNvGrpSpPr/>
            <p:nvPr/>
          </p:nvGrpSpPr>
          <p:grpSpPr>
            <a:xfrm>
              <a:off x="7952720" y="179238"/>
              <a:ext cx="873165" cy="873003"/>
              <a:chOff x="7754428" y="208725"/>
              <a:chExt cx="541800" cy="541800"/>
            </a:xfrm>
          </p:grpSpPr>
          <p:sp>
            <p:nvSpPr>
              <p:cNvPr id="38" name="Google Shape;38;p2"/>
              <p:cNvSpPr/>
              <p:nvPr/>
            </p:nvSpPr>
            <p:spPr>
              <a:xfrm rot="-8647347">
                <a:off x="7831319" y="285616"/>
                <a:ext cx="388018" cy="388018"/>
              </a:xfrm>
              <a:prstGeom prst="ellipse">
                <a:avLst/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9" name="Google Shape;39;p2"/>
              <p:cNvSpPr/>
              <p:nvPr/>
            </p:nvSpPr>
            <p:spPr>
              <a:xfrm rot="-8647347">
                <a:off x="7831319" y="285616"/>
                <a:ext cx="388018" cy="388018"/>
              </a:xfrm>
              <a:prstGeom prst="pie">
                <a:avLst>
                  <a:gd fmla="val 19376841" name="adj1"/>
                  <a:gd fmla="val 12313574" name="adj2"/>
                </a:avLst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sp>
          <p:nvSpPr>
            <p:cNvPr id="40" name="Google Shape;40;p2"/>
            <p:cNvSpPr/>
            <p:nvPr/>
          </p:nvSpPr>
          <p:spPr>
            <a:xfrm>
              <a:off x="5399840" y="356365"/>
              <a:ext cx="2577000" cy="2577000"/>
            </a:xfrm>
            <a:prstGeom prst="ellipse">
              <a:avLst/>
            </a:prstGeom>
            <a:solidFill>
              <a:schemeClr val="lt1">
                <a:alpha val="94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1" name="Google Shape;41;p2"/>
            <p:cNvSpPr/>
            <p:nvPr/>
          </p:nvSpPr>
          <p:spPr>
            <a:xfrm rot="2043858">
              <a:off x="5503813" y="460310"/>
              <a:ext cx="2369480" cy="2369480"/>
            </a:xfrm>
            <a:prstGeom prst="ellipse">
              <a:avLst/>
            </a:prstGeom>
            <a:solidFill>
              <a:schemeClr val="lt1">
                <a:alpha val="94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2" name="Google Shape;42;p2"/>
            <p:cNvSpPr/>
            <p:nvPr/>
          </p:nvSpPr>
          <p:spPr>
            <a:xfrm>
              <a:off x="5399795" y="360281"/>
              <a:ext cx="2577000" cy="2577000"/>
            </a:xfrm>
            <a:prstGeom prst="pie">
              <a:avLst>
                <a:gd fmla="val 8801158" name="adj1"/>
                <a:gd fmla="val 16200000" name="adj2"/>
              </a:avLst>
            </a:prstGeom>
            <a:solidFill>
              <a:schemeClr val="lt1">
                <a:alpha val="94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3" name="Google Shape;43;p2"/>
            <p:cNvSpPr/>
            <p:nvPr/>
          </p:nvSpPr>
          <p:spPr>
            <a:xfrm rot="2044777">
              <a:off x="5911449" y="867729"/>
              <a:ext cx="1554223" cy="1554223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4" name="Google Shape;44;p2"/>
            <p:cNvSpPr/>
            <p:nvPr/>
          </p:nvSpPr>
          <p:spPr>
            <a:xfrm>
              <a:off x="5399795" y="356358"/>
              <a:ext cx="2577000" cy="2577000"/>
            </a:xfrm>
            <a:prstGeom prst="pie">
              <a:avLst>
                <a:gd fmla="val 12554101" name="adj1"/>
                <a:gd fmla="val 16200000" name="adj2"/>
              </a:avLst>
            </a:prstGeom>
            <a:solidFill>
              <a:schemeClr val="lt1">
                <a:alpha val="94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5" name="Google Shape;45;p2"/>
            <p:cNvSpPr/>
            <p:nvPr/>
          </p:nvSpPr>
          <p:spPr>
            <a:xfrm rot="-9830444">
              <a:off x="6469759" y="3480727"/>
              <a:ext cx="320148" cy="320148"/>
            </a:xfrm>
            <a:prstGeom prst="pie">
              <a:avLst>
                <a:gd fmla="val 19376841" name="adj1"/>
                <a:gd fmla="val 16200000" name="adj2"/>
              </a:avLst>
            </a:prstGeom>
            <a:solidFill>
              <a:schemeClr val="lt1">
                <a:alpha val="94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46" name="Google Shape;46;p2"/>
          <p:cNvSpPr txBox="1"/>
          <p:nvPr>
            <p:ph type="ctrTitle"/>
          </p:nvPr>
        </p:nvSpPr>
        <p:spPr>
          <a:xfrm>
            <a:off x="824000" y="1613813"/>
            <a:ext cx="4255500" cy="1872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47" name="Google Shape;47;p2"/>
          <p:cNvSpPr txBox="1"/>
          <p:nvPr>
            <p:ph idx="1" type="subTitle"/>
          </p:nvPr>
        </p:nvSpPr>
        <p:spPr>
          <a:xfrm>
            <a:off x="824000" y="3596300"/>
            <a:ext cx="4255500" cy="695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48" name="Google Shape;48;p2"/>
          <p:cNvSpPr txBox="1"/>
          <p:nvPr>
            <p:ph idx="12" type="sldNum"/>
          </p:nvPr>
        </p:nvSpPr>
        <p:spPr>
          <a:xfrm>
            <a:off x="8451046" y="4736976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bg>
      <p:bgPr>
        <a:solidFill>
          <a:schemeClr val="dk1"/>
        </a:solidFill>
      </p:bgPr>
    </p:bg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0" name="Google Shape;50;p3"/>
          <p:cNvGrpSpPr/>
          <p:nvPr/>
        </p:nvGrpSpPr>
        <p:grpSpPr>
          <a:xfrm>
            <a:off x="146769" y="3406"/>
            <a:ext cx="1233215" cy="1384535"/>
            <a:chOff x="146769" y="3406"/>
            <a:chExt cx="1233215" cy="1384535"/>
          </a:xfrm>
        </p:grpSpPr>
        <p:grpSp>
          <p:nvGrpSpPr>
            <p:cNvPr id="51" name="Google Shape;51;p3"/>
            <p:cNvGrpSpPr/>
            <p:nvPr/>
          </p:nvGrpSpPr>
          <p:grpSpPr>
            <a:xfrm>
              <a:off x="1063183" y="3406"/>
              <a:ext cx="316800" cy="688513"/>
              <a:chOff x="1063183" y="3406"/>
              <a:chExt cx="316800" cy="688513"/>
            </a:xfrm>
          </p:grpSpPr>
          <p:sp>
            <p:nvSpPr>
              <p:cNvPr id="52" name="Google Shape;52;p3"/>
              <p:cNvSpPr/>
              <p:nvPr/>
            </p:nvSpPr>
            <p:spPr>
              <a:xfrm rot="10800000">
                <a:off x="1063183" y="3419"/>
                <a:ext cx="316800" cy="688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3" name="Google Shape;53;p3"/>
              <p:cNvSpPr/>
              <p:nvPr/>
            </p:nvSpPr>
            <p:spPr>
              <a:xfrm rot="10800000">
                <a:off x="1063183" y="3406"/>
                <a:ext cx="316800" cy="340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54" name="Google Shape;54;p3"/>
            <p:cNvGrpSpPr/>
            <p:nvPr/>
          </p:nvGrpSpPr>
          <p:grpSpPr>
            <a:xfrm>
              <a:off x="604976" y="3406"/>
              <a:ext cx="316800" cy="1036524"/>
              <a:chOff x="604976" y="3406"/>
              <a:chExt cx="316800" cy="1036524"/>
            </a:xfrm>
          </p:grpSpPr>
          <p:sp>
            <p:nvSpPr>
              <p:cNvPr id="55" name="Google Shape;55;p3"/>
              <p:cNvSpPr/>
              <p:nvPr/>
            </p:nvSpPr>
            <p:spPr>
              <a:xfrm rot="10800000">
                <a:off x="604976" y="3419"/>
                <a:ext cx="316800" cy="688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6" name="Google Shape;56;p3"/>
              <p:cNvSpPr/>
              <p:nvPr/>
            </p:nvSpPr>
            <p:spPr>
              <a:xfrm rot="10800000">
                <a:off x="604976" y="3430"/>
                <a:ext cx="316800" cy="1036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7" name="Google Shape;57;p3"/>
              <p:cNvSpPr/>
              <p:nvPr/>
            </p:nvSpPr>
            <p:spPr>
              <a:xfrm rot="10800000">
                <a:off x="604976" y="3406"/>
                <a:ext cx="316800" cy="340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58" name="Google Shape;58;p3"/>
            <p:cNvGrpSpPr/>
            <p:nvPr/>
          </p:nvGrpSpPr>
          <p:grpSpPr>
            <a:xfrm>
              <a:off x="146769" y="3406"/>
              <a:ext cx="316800" cy="1384535"/>
              <a:chOff x="146769" y="3406"/>
              <a:chExt cx="316800" cy="1384535"/>
            </a:xfrm>
          </p:grpSpPr>
          <p:sp>
            <p:nvSpPr>
              <p:cNvPr id="59" name="Google Shape;59;p3"/>
              <p:cNvSpPr/>
              <p:nvPr/>
            </p:nvSpPr>
            <p:spPr>
              <a:xfrm rot="10800000">
                <a:off x="146769" y="3419"/>
                <a:ext cx="316800" cy="688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0" name="Google Shape;60;p3"/>
              <p:cNvSpPr/>
              <p:nvPr/>
            </p:nvSpPr>
            <p:spPr>
              <a:xfrm rot="10800000">
                <a:off x="146769" y="3441"/>
                <a:ext cx="316800" cy="1384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1" name="Google Shape;61;p3"/>
              <p:cNvSpPr/>
              <p:nvPr/>
            </p:nvSpPr>
            <p:spPr>
              <a:xfrm rot="10800000">
                <a:off x="146769" y="3430"/>
                <a:ext cx="316800" cy="1036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2" name="Google Shape;62;p3"/>
              <p:cNvSpPr/>
              <p:nvPr/>
            </p:nvSpPr>
            <p:spPr>
              <a:xfrm rot="10800000">
                <a:off x="146769" y="3406"/>
                <a:ext cx="316800" cy="340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  <p:grpSp>
        <p:nvGrpSpPr>
          <p:cNvPr id="63" name="Google Shape;63;p3"/>
          <p:cNvGrpSpPr/>
          <p:nvPr/>
        </p:nvGrpSpPr>
        <p:grpSpPr>
          <a:xfrm>
            <a:off x="6775084" y="2904008"/>
            <a:ext cx="2186148" cy="2239500"/>
            <a:chOff x="6775084" y="2904008"/>
            <a:chExt cx="2186148" cy="2239500"/>
          </a:xfrm>
        </p:grpSpPr>
        <p:grpSp>
          <p:nvGrpSpPr>
            <p:cNvPr id="64" name="Google Shape;64;p3"/>
            <p:cNvGrpSpPr/>
            <p:nvPr/>
          </p:nvGrpSpPr>
          <p:grpSpPr>
            <a:xfrm>
              <a:off x="6775084" y="4253708"/>
              <a:ext cx="409500" cy="889800"/>
              <a:chOff x="6775084" y="4253708"/>
              <a:chExt cx="409500" cy="889800"/>
            </a:xfrm>
          </p:grpSpPr>
          <p:sp>
            <p:nvSpPr>
              <p:cNvPr id="65" name="Google Shape;65;p3"/>
              <p:cNvSpPr/>
              <p:nvPr/>
            </p:nvSpPr>
            <p:spPr>
              <a:xfrm>
                <a:off x="6775084" y="4253708"/>
                <a:ext cx="409500" cy="8898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6" name="Google Shape;66;p3"/>
              <p:cNvSpPr/>
              <p:nvPr/>
            </p:nvSpPr>
            <p:spPr>
              <a:xfrm>
                <a:off x="6775084" y="4703408"/>
                <a:ext cx="409500" cy="4401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67" name="Google Shape;67;p3"/>
            <p:cNvGrpSpPr/>
            <p:nvPr/>
          </p:nvGrpSpPr>
          <p:grpSpPr>
            <a:xfrm>
              <a:off x="7367299" y="3804008"/>
              <a:ext cx="409500" cy="1339500"/>
              <a:chOff x="7367299" y="3804008"/>
              <a:chExt cx="409500" cy="1339500"/>
            </a:xfrm>
          </p:grpSpPr>
          <p:sp>
            <p:nvSpPr>
              <p:cNvPr id="68" name="Google Shape;68;p3"/>
              <p:cNvSpPr/>
              <p:nvPr/>
            </p:nvSpPr>
            <p:spPr>
              <a:xfrm>
                <a:off x="7367299" y="4253708"/>
                <a:ext cx="409500" cy="8898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9" name="Google Shape;69;p3"/>
              <p:cNvSpPr/>
              <p:nvPr/>
            </p:nvSpPr>
            <p:spPr>
              <a:xfrm>
                <a:off x="7367299" y="3804008"/>
                <a:ext cx="409500" cy="1339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0" name="Google Shape;70;p3"/>
              <p:cNvSpPr/>
              <p:nvPr/>
            </p:nvSpPr>
            <p:spPr>
              <a:xfrm>
                <a:off x="7367299" y="4703408"/>
                <a:ext cx="409500" cy="4401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71" name="Google Shape;71;p3"/>
            <p:cNvGrpSpPr/>
            <p:nvPr/>
          </p:nvGrpSpPr>
          <p:grpSpPr>
            <a:xfrm>
              <a:off x="7959516" y="3354008"/>
              <a:ext cx="409500" cy="1789500"/>
              <a:chOff x="7959516" y="3354008"/>
              <a:chExt cx="409500" cy="1789500"/>
            </a:xfrm>
          </p:grpSpPr>
          <p:sp>
            <p:nvSpPr>
              <p:cNvPr id="72" name="Google Shape;72;p3"/>
              <p:cNvSpPr/>
              <p:nvPr/>
            </p:nvSpPr>
            <p:spPr>
              <a:xfrm>
                <a:off x="7959516" y="4253708"/>
                <a:ext cx="409500" cy="8898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3" name="Google Shape;73;p3"/>
              <p:cNvSpPr/>
              <p:nvPr/>
            </p:nvSpPr>
            <p:spPr>
              <a:xfrm>
                <a:off x="7959516" y="3354008"/>
                <a:ext cx="409500" cy="1789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4" name="Google Shape;74;p3"/>
              <p:cNvSpPr/>
              <p:nvPr/>
            </p:nvSpPr>
            <p:spPr>
              <a:xfrm>
                <a:off x="7959516" y="3804008"/>
                <a:ext cx="409500" cy="1339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5" name="Google Shape;75;p3"/>
              <p:cNvSpPr/>
              <p:nvPr/>
            </p:nvSpPr>
            <p:spPr>
              <a:xfrm>
                <a:off x="7959516" y="4703408"/>
                <a:ext cx="409500" cy="4401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76" name="Google Shape;76;p3"/>
            <p:cNvGrpSpPr/>
            <p:nvPr/>
          </p:nvGrpSpPr>
          <p:grpSpPr>
            <a:xfrm>
              <a:off x="8551731" y="2904008"/>
              <a:ext cx="409500" cy="2239500"/>
              <a:chOff x="8551731" y="2904008"/>
              <a:chExt cx="409500" cy="2239500"/>
            </a:xfrm>
          </p:grpSpPr>
          <p:sp>
            <p:nvSpPr>
              <p:cNvPr id="77" name="Google Shape;77;p3"/>
              <p:cNvSpPr/>
              <p:nvPr/>
            </p:nvSpPr>
            <p:spPr>
              <a:xfrm>
                <a:off x="8551731" y="4253708"/>
                <a:ext cx="409500" cy="8898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8" name="Google Shape;78;p3"/>
              <p:cNvSpPr/>
              <p:nvPr/>
            </p:nvSpPr>
            <p:spPr>
              <a:xfrm>
                <a:off x="8551731" y="3354008"/>
                <a:ext cx="409500" cy="1789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9" name="Google Shape;79;p3"/>
              <p:cNvSpPr/>
              <p:nvPr/>
            </p:nvSpPr>
            <p:spPr>
              <a:xfrm>
                <a:off x="8551731" y="3804008"/>
                <a:ext cx="409500" cy="1339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0" name="Google Shape;80;p3"/>
              <p:cNvSpPr/>
              <p:nvPr/>
            </p:nvSpPr>
            <p:spPr>
              <a:xfrm>
                <a:off x="8551731" y="2904008"/>
                <a:ext cx="409500" cy="2239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1" name="Google Shape;81;p3"/>
              <p:cNvSpPr/>
              <p:nvPr/>
            </p:nvSpPr>
            <p:spPr>
              <a:xfrm>
                <a:off x="8551731" y="4703408"/>
                <a:ext cx="409500" cy="4401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  <p:sp>
        <p:nvSpPr>
          <p:cNvPr id="82" name="Google Shape;82;p3"/>
          <p:cNvSpPr txBox="1"/>
          <p:nvPr>
            <p:ph type="title"/>
          </p:nvPr>
        </p:nvSpPr>
        <p:spPr>
          <a:xfrm>
            <a:off x="824000" y="1613825"/>
            <a:ext cx="5857800" cy="1872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83" name="Google Shape;83;p3"/>
          <p:cNvSpPr txBox="1"/>
          <p:nvPr>
            <p:ph idx="12" type="sldNum"/>
          </p:nvPr>
        </p:nvSpPr>
        <p:spPr>
          <a:xfrm>
            <a:off x="8451046" y="4736976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5" name="Google Shape;85;p4"/>
          <p:cNvGrpSpPr/>
          <p:nvPr/>
        </p:nvGrpSpPr>
        <p:grpSpPr>
          <a:xfrm>
            <a:off x="625966" y="299376"/>
            <a:ext cx="999312" cy="999312"/>
            <a:chOff x="348199" y="179450"/>
            <a:chExt cx="1116300" cy="1116300"/>
          </a:xfrm>
        </p:grpSpPr>
        <p:sp>
          <p:nvSpPr>
            <p:cNvPr id="86" name="Google Shape;86;p4"/>
            <p:cNvSpPr/>
            <p:nvPr/>
          </p:nvSpPr>
          <p:spPr>
            <a:xfrm rot="-5400000">
              <a:off x="574557" y="405788"/>
              <a:ext cx="663600" cy="663600"/>
            </a:xfrm>
            <a:prstGeom prst="pie">
              <a:avLst>
                <a:gd fmla="val 10792838" name="adj1"/>
                <a:gd fmla="val 16200000" name="adj2"/>
              </a:avLst>
            </a:prstGeom>
            <a:solidFill>
              <a:schemeClr val="dk2">
                <a:alpha val="1255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7" name="Google Shape;87;p4"/>
            <p:cNvSpPr/>
            <p:nvPr/>
          </p:nvSpPr>
          <p:spPr>
            <a:xfrm rot="-5400000">
              <a:off x="348199" y="179450"/>
              <a:ext cx="1116300" cy="1116300"/>
            </a:xfrm>
            <a:prstGeom prst="pie">
              <a:avLst>
                <a:gd fmla="val 10792838" name="adj1"/>
                <a:gd fmla="val 16200000" name="adj2"/>
              </a:avLst>
            </a:prstGeom>
            <a:solidFill>
              <a:schemeClr val="dk2">
                <a:alpha val="1255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88" name="Google Shape;88;p4"/>
          <p:cNvSpPr txBox="1"/>
          <p:nvPr>
            <p:ph type="title"/>
          </p:nvPr>
        </p:nvSpPr>
        <p:spPr>
          <a:xfrm>
            <a:off x="1303800" y="598575"/>
            <a:ext cx="7030500" cy="999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89" name="Google Shape;89;p4"/>
          <p:cNvSpPr txBox="1"/>
          <p:nvPr>
            <p:ph idx="1" type="body"/>
          </p:nvPr>
        </p:nvSpPr>
        <p:spPr>
          <a:xfrm>
            <a:off x="1303800" y="1990050"/>
            <a:ext cx="7030500" cy="2541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90" name="Google Shape;90;p4"/>
          <p:cNvSpPr txBox="1"/>
          <p:nvPr>
            <p:ph idx="12" type="sldNum"/>
          </p:nvPr>
        </p:nvSpPr>
        <p:spPr>
          <a:xfrm>
            <a:off x="8451046" y="4736976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2" name="Google Shape;92;p5"/>
          <p:cNvGrpSpPr/>
          <p:nvPr/>
        </p:nvGrpSpPr>
        <p:grpSpPr>
          <a:xfrm>
            <a:off x="625966" y="299376"/>
            <a:ext cx="999312" cy="999312"/>
            <a:chOff x="348199" y="179450"/>
            <a:chExt cx="1116300" cy="1116300"/>
          </a:xfrm>
        </p:grpSpPr>
        <p:sp>
          <p:nvSpPr>
            <p:cNvPr id="93" name="Google Shape;93;p5"/>
            <p:cNvSpPr/>
            <p:nvPr/>
          </p:nvSpPr>
          <p:spPr>
            <a:xfrm rot="-5400000">
              <a:off x="574557" y="405788"/>
              <a:ext cx="663600" cy="663600"/>
            </a:xfrm>
            <a:prstGeom prst="pie">
              <a:avLst>
                <a:gd fmla="val 10792838" name="adj1"/>
                <a:gd fmla="val 16200000" name="adj2"/>
              </a:avLst>
            </a:prstGeom>
            <a:solidFill>
              <a:schemeClr val="dk2">
                <a:alpha val="1255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4" name="Google Shape;94;p5"/>
            <p:cNvSpPr/>
            <p:nvPr/>
          </p:nvSpPr>
          <p:spPr>
            <a:xfrm rot="-5400000">
              <a:off x="348199" y="179450"/>
              <a:ext cx="1116300" cy="1116300"/>
            </a:xfrm>
            <a:prstGeom prst="pie">
              <a:avLst>
                <a:gd fmla="val 10792838" name="adj1"/>
                <a:gd fmla="val 16200000" name="adj2"/>
              </a:avLst>
            </a:prstGeom>
            <a:solidFill>
              <a:schemeClr val="dk2">
                <a:alpha val="1255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95" name="Google Shape;95;p5"/>
          <p:cNvSpPr txBox="1"/>
          <p:nvPr>
            <p:ph type="title"/>
          </p:nvPr>
        </p:nvSpPr>
        <p:spPr>
          <a:xfrm>
            <a:off x="1303800" y="598575"/>
            <a:ext cx="7030500" cy="999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96" name="Google Shape;96;p5"/>
          <p:cNvSpPr txBox="1"/>
          <p:nvPr>
            <p:ph idx="1" type="body"/>
          </p:nvPr>
        </p:nvSpPr>
        <p:spPr>
          <a:xfrm>
            <a:off x="1303800" y="1990050"/>
            <a:ext cx="3430500" cy="2541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97" name="Google Shape;97;p5"/>
          <p:cNvSpPr txBox="1"/>
          <p:nvPr>
            <p:ph idx="2" type="body"/>
          </p:nvPr>
        </p:nvSpPr>
        <p:spPr>
          <a:xfrm>
            <a:off x="4903650" y="1990050"/>
            <a:ext cx="3430500" cy="2541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98" name="Google Shape;98;p5"/>
          <p:cNvSpPr txBox="1"/>
          <p:nvPr>
            <p:ph idx="12" type="sldNum"/>
          </p:nvPr>
        </p:nvSpPr>
        <p:spPr>
          <a:xfrm>
            <a:off x="8451046" y="4736976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0" name="Google Shape;100;p6"/>
          <p:cNvGrpSpPr/>
          <p:nvPr/>
        </p:nvGrpSpPr>
        <p:grpSpPr>
          <a:xfrm>
            <a:off x="625966" y="299376"/>
            <a:ext cx="999312" cy="999312"/>
            <a:chOff x="348199" y="179450"/>
            <a:chExt cx="1116300" cy="1116300"/>
          </a:xfrm>
        </p:grpSpPr>
        <p:sp>
          <p:nvSpPr>
            <p:cNvPr id="101" name="Google Shape;101;p6"/>
            <p:cNvSpPr/>
            <p:nvPr/>
          </p:nvSpPr>
          <p:spPr>
            <a:xfrm rot="-5400000">
              <a:off x="574557" y="405788"/>
              <a:ext cx="663600" cy="663600"/>
            </a:xfrm>
            <a:prstGeom prst="pie">
              <a:avLst>
                <a:gd fmla="val 10792838" name="adj1"/>
                <a:gd fmla="val 16200000" name="adj2"/>
              </a:avLst>
            </a:prstGeom>
            <a:solidFill>
              <a:schemeClr val="dk2">
                <a:alpha val="1255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2" name="Google Shape;102;p6"/>
            <p:cNvSpPr/>
            <p:nvPr/>
          </p:nvSpPr>
          <p:spPr>
            <a:xfrm rot="-5400000">
              <a:off x="348199" y="179450"/>
              <a:ext cx="1116300" cy="1116300"/>
            </a:xfrm>
            <a:prstGeom prst="pie">
              <a:avLst>
                <a:gd fmla="val 10792838" name="adj1"/>
                <a:gd fmla="val 16200000" name="adj2"/>
              </a:avLst>
            </a:prstGeom>
            <a:solidFill>
              <a:schemeClr val="dk2">
                <a:alpha val="1255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03" name="Google Shape;103;p6"/>
          <p:cNvSpPr txBox="1"/>
          <p:nvPr>
            <p:ph type="title"/>
          </p:nvPr>
        </p:nvSpPr>
        <p:spPr>
          <a:xfrm>
            <a:off x="1303800" y="598575"/>
            <a:ext cx="7030500" cy="999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04" name="Google Shape;104;p6"/>
          <p:cNvSpPr txBox="1"/>
          <p:nvPr>
            <p:ph idx="12" type="sldNum"/>
          </p:nvPr>
        </p:nvSpPr>
        <p:spPr>
          <a:xfrm>
            <a:off x="8451046" y="4736976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6" name="Google Shape;106;p7"/>
          <p:cNvGrpSpPr/>
          <p:nvPr/>
        </p:nvGrpSpPr>
        <p:grpSpPr>
          <a:xfrm>
            <a:off x="625966" y="299376"/>
            <a:ext cx="999312" cy="999312"/>
            <a:chOff x="348199" y="179450"/>
            <a:chExt cx="1116300" cy="1116300"/>
          </a:xfrm>
        </p:grpSpPr>
        <p:sp>
          <p:nvSpPr>
            <p:cNvPr id="107" name="Google Shape;107;p7"/>
            <p:cNvSpPr/>
            <p:nvPr/>
          </p:nvSpPr>
          <p:spPr>
            <a:xfrm rot="-5400000">
              <a:off x="574557" y="405788"/>
              <a:ext cx="663600" cy="663600"/>
            </a:xfrm>
            <a:prstGeom prst="pie">
              <a:avLst>
                <a:gd fmla="val 10792838" name="adj1"/>
                <a:gd fmla="val 16200000" name="adj2"/>
              </a:avLst>
            </a:prstGeom>
            <a:solidFill>
              <a:schemeClr val="dk2">
                <a:alpha val="1255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8" name="Google Shape;108;p7"/>
            <p:cNvSpPr/>
            <p:nvPr/>
          </p:nvSpPr>
          <p:spPr>
            <a:xfrm rot="-5400000">
              <a:off x="348199" y="179450"/>
              <a:ext cx="1116300" cy="1116300"/>
            </a:xfrm>
            <a:prstGeom prst="pie">
              <a:avLst>
                <a:gd fmla="val 10792838" name="adj1"/>
                <a:gd fmla="val 16200000" name="adj2"/>
              </a:avLst>
            </a:prstGeom>
            <a:solidFill>
              <a:schemeClr val="dk2">
                <a:alpha val="1255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09" name="Google Shape;109;p7"/>
          <p:cNvSpPr txBox="1"/>
          <p:nvPr>
            <p:ph type="title"/>
          </p:nvPr>
        </p:nvSpPr>
        <p:spPr>
          <a:xfrm>
            <a:off x="1303800" y="598575"/>
            <a:ext cx="3312000" cy="1590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10" name="Google Shape;110;p7"/>
          <p:cNvSpPr txBox="1"/>
          <p:nvPr>
            <p:ph idx="1" type="body"/>
          </p:nvPr>
        </p:nvSpPr>
        <p:spPr>
          <a:xfrm>
            <a:off x="1303800" y="2309675"/>
            <a:ext cx="3312000" cy="2221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111" name="Google Shape;111;p7"/>
          <p:cNvSpPr txBox="1"/>
          <p:nvPr>
            <p:ph idx="12" type="sldNum"/>
          </p:nvPr>
        </p:nvSpPr>
        <p:spPr>
          <a:xfrm>
            <a:off x="8451046" y="4736976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bg>
      <p:bgPr>
        <a:solidFill>
          <a:schemeClr val="dk1"/>
        </a:solidFill>
      </p:bgPr>
    </p:bg>
    <p:spTree>
      <p:nvGrpSpPr>
        <p:cNvPr id="112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3" name="Google Shape;113;p8"/>
          <p:cNvGrpSpPr/>
          <p:nvPr/>
        </p:nvGrpSpPr>
        <p:grpSpPr>
          <a:xfrm>
            <a:off x="6866714" y="1306"/>
            <a:ext cx="2267451" cy="2601690"/>
            <a:chOff x="6790514" y="1306"/>
            <a:chExt cx="2267451" cy="2601690"/>
          </a:xfrm>
        </p:grpSpPr>
        <p:grpSp>
          <p:nvGrpSpPr>
            <p:cNvPr id="114" name="Google Shape;114;p8"/>
            <p:cNvGrpSpPr/>
            <p:nvPr/>
          </p:nvGrpSpPr>
          <p:grpSpPr>
            <a:xfrm>
              <a:off x="7067465" y="1306"/>
              <a:ext cx="1990500" cy="1990200"/>
              <a:chOff x="7067465" y="1306"/>
              <a:chExt cx="1990500" cy="1990200"/>
            </a:xfrm>
          </p:grpSpPr>
          <p:sp>
            <p:nvSpPr>
              <p:cNvPr id="115" name="Google Shape;115;p8"/>
              <p:cNvSpPr/>
              <p:nvPr/>
            </p:nvSpPr>
            <p:spPr>
              <a:xfrm rot="-8648551">
                <a:off x="7594313" y="527721"/>
                <a:ext cx="937226" cy="937226"/>
              </a:xfrm>
              <a:prstGeom prst="ellipse">
                <a:avLst/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16" name="Google Shape;116;p8"/>
              <p:cNvSpPr/>
              <p:nvPr/>
            </p:nvSpPr>
            <p:spPr>
              <a:xfrm rot="-8648551">
                <a:off x="7594313" y="527721"/>
                <a:ext cx="937226" cy="937226"/>
              </a:xfrm>
              <a:prstGeom prst="pie">
                <a:avLst>
                  <a:gd fmla="val 19376841" name="adj1"/>
                  <a:gd fmla="val 12313574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17" name="Google Shape;117;p8"/>
              <p:cNvSpPr/>
              <p:nvPr/>
            </p:nvSpPr>
            <p:spPr>
              <a:xfrm rot="-8649154">
                <a:off x="7349891" y="283705"/>
                <a:ext cx="1425647" cy="1425404"/>
              </a:xfrm>
              <a:prstGeom prst="ellipse">
                <a:avLst/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18" name="Google Shape;118;p8"/>
            <p:cNvGrpSpPr/>
            <p:nvPr/>
          </p:nvGrpSpPr>
          <p:grpSpPr>
            <a:xfrm>
              <a:off x="8207126" y="1807996"/>
              <a:ext cx="795000" cy="795000"/>
              <a:chOff x="8207126" y="1807996"/>
              <a:chExt cx="795000" cy="795000"/>
            </a:xfrm>
          </p:grpSpPr>
          <p:sp>
            <p:nvSpPr>
              <p:cNvPr id="119" name="Google Shape;119;p8"/>
              <p:cNvSpPr/>
              <p:nvPr/>
            </p:nvSpPr>
            <p:spPr>
              <a:xfrm rot="2152054">
                <a:off x="8319942" y="1920813"/>
                <a:ext cx="569367" cy="569367"/>
              </a:xfrm>
              <a:prstGeom prst="ellipse">
                <a:avLst/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20" name="Google Shape;120;p8"/>
              <p:cNvSpPr/>
              <p:nvPr/>
            </p:nvSpPr>
            <p:spPr>
              <a:xfrm rot="2150259">
                <a:off x="8408218" y="2008610"/>
                <a:ext cx="393004" cy="393004"/>
              </a:xfrm>
              <a:prstGeom prst="ellipse">
                <a:avLst/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21" name="Google Shape;121;p8"/>
              <p:cNvSpPr/>
              <p:nvPr/>
            </p:nvSpPr>
            <p:spPr>
              <a:xfrm rot="2150259">
                <a:off x="8408218" y="2008610"/>
                <a:ext cx="393004" cy="393004"/>
              </a:xfrm>
              <a:prstGeom prst="pie">
                <a:avLst>
                  <a:gd fmla="val 5699893" name="adj1"/>
                  <a:gd fmla="val 12313574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22" name="Google Shape;122;p8"/>
            <p:cNvGrpSpPr/>
            <p:nvPr/>
          </p:nvGrpSpPr>
          <p:grpSpPr>
            <a:xfrm>
              <a:off x="6790514" y="118857"/>
              <a:ext cx="548700" cy="548700"/>
              <a:chOff x="6790514" y="118857"/>
              <a:chExt cx="548700" cy="548700"/>
            </a:xfrm>
          </p:grpSpPr>
          <p:sp>
            <p:nvSpPr>
              <p:cNvPr id="123" name="Google Shape;123;p8"/>
              <p:cNvSpPr/>
              <p:nvPr/>
            </p:nvSpPr>
            <p:spPr>
              <a:xfrm rot="2150259">
                <a:off x="6868362" y="196705"/>
                <a:ext cx="393004" cy="393004"/>
              </a:xfrm>
              <a:prstGeom prst="ellipse">
                <a:avLst/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24" name="Google Shape;124;p8"/>
              <p:cNvSpPr/>
              <p:nvPr/>
            </p:nvSpPr>
            <p:spPr>
              <a:xfrm rot="2150259">
                <a:off x="6868362" y="196705"/>
                <a:ext cx="393004" cy="393004"/>
              </a:xfrm>
              <a:prstGeom prst="pie">
                <a:avLst>
                  <a:gd fmla="val 5699893" name="adj1"/>
                  <a:gd fmla="val 12313574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  <p:sp>
        <p:nvSpPr>
          <p:cNvPr id="125" name="Google Shape;125;p8"/>
          <p:cNvSpPr txBox="1"/>
          <p:nvPr>
            <p:ph type="title"/>
          </p:nvPr>
        </p:nvSpPr>
        <p:spPr>
          <a:xfrm>
            <a:off x="824000" y="763600"/>
            <a:ext cx="5857800" cy="3573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26" name="Google Shape;126;p8"/>
          <p:cNvSpPr txBox="1"/>
          <p:nvPr>
            <p:ph idx="12" type="sldNum"/>
          </p:nvPr>
        </p:nvSpPr>
        <p:spPr>
          <a:xfrm>
            <a:off x="8451046" y="4736976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127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8" name="Google Shape;128;p9"/>
          <p:cNvGrpSpPr/>
          <p:nvPr/>
        </p:nvGrpSpPr>
        <p:grpSpPr>
          <a:xfrm>
            <a:off x="625966" y="299376"/>
            <a:ext cx="999312" cy="999312"/>
            <a:chOff x="348199" y="179450"/>
            <a:chExt cx="1116300" cy="1116300"/>
          </a:xfrm>
        </p:grpSpPr>
        <p:sp>
          <p:nvSpPr>
            <p:cNvPr id="129" name="Google Shape;129;p9"/>
            <p:cNvSpPr/>
            <p:nvPr/>
          </p:nvSpPr>
          <p:spPr>
            <a:xfrm rot="-5400000">
              <a:off x="574557" y="405788"/>
              <a:ext cx="663600" cy="663600"/>
            </a:xfrm>
            <a:prstGeom prst="pie">
              <a:avLst>
                <a:gd fmla="val 10792838" name="adj1"/>
                <a:gd fmla="val 16200000" name="adj2"/>
              </a:avLst>
            </a:prstGeom>
            <a:solidFill>
              <a:schemeClr val="dk2">
                <a:alpha val="1255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0" name="Google Shape;130;p9"/>
            <p:cNvSpPr/>
            <p:nvPr/>
          </p:nvSpPr>
          <p:spPr>
            <a:xfrm rot="-5400000">
              <a:off x="348199" y="179450"/>
              <a:ext cx="1116300" cy="1116300"/>
            </a:xfrm>
            <a:prstGeom prst="pie">
              <a:avLst>
                <a:gd fmla="val 10792838" name="adj1"/>
                <a:gd fmla="val 16200000" name="adj2"/>
              </a:avLst>
            </a:prstGeom>
            <a:solidFill>
              <a:schemeClr val="dk2">
                <a:alpha val="1255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31" name="Google Shape;131;p9"/>
          <p:cNvSpPr txBox="1"/>
          <p:nvPr>
            <p:ph type="title"/>
          </p:nvPr>
        </p:nvSpPr>
        <p:spPr>
          <a:xfrm>
            <a:off x="1303800" y="598575"/>
            <a:ext cx="3430500" cy="1990200"/>
          </a:xfrm>
          <a:prstGeom prst="rect">
            <a:avLst/>
          </a:prstGeom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32" name="Google Shape;132;p9"/>
          <p:cNvSpPr txBox="1"/>
          <p:nvPr>
            <p:ph idx="1" type="subTitle"/>
          </p:nvPr>
        </p:nvSpPr>
        <p:spPr>
          <a:xfrm>
            <a:off x="1303800" y="2743203"/>
            <a:ext cx="3430500" cy="726000"/>
          </a:xfrm>
          <a:prstGeom prst="rect">
            <a:avLst/>
          </a:prstGeom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9pPr>
          </a:lstStyle>
          <a:p/>
        </p:txBody>
      </p:sp>
      <p:sp>
        <p:nvSpPr>
          <p:cNvPr id="133" name="Google Shape;133;p9"/>
          <p:cNvSpPr txBox="1"/>
          <p:nvPr>
            <p:ph idx="2" type="body"/>
          </p:nvPr>
        </p:nvSpPr>
        <p:spPr>
          <a:xfrm>
            <a:off x="4903700" y="661000"/>
            <a:ext cx="3430500" cy="3870600"/>
          </a:xfrm>
          <a:prstGeom prst="rect">
            <a:avLst/>
          </a:prstGeom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134" name="Google Shape;134;p9"/>
          <p:cNvSpPr txBox="1"/>
          <p:nvPr>
            <p:ph idx="12" type="sldNum"/>
          </p:nvPr>
        </p:nvSpPr>
        <p:spPr>
          <a:xfrm>
            <a:off x="8451046" y="4736976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135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6" name="Google Shape;136;p10"/>
          <p:cNvGrpSpPr/>
          <p:nvPr/>
        </p:nvGrpSpPr>
        <p:grpSpPr>
          <a:xfrm>
            <a:off x="713373" y="3847119"/>
            <a:ext cx="825392" cy="825392"/>
            <a:chOff x="348199" y="179450"/>
            <a:chExt cx="1116300" cy="1116300"/>
          </a:xfrm>
        </p:grpSpPr>
        <p:sp>
          <p:nvSpPr>
            <p:cNvPr id="137" name="Google Shape;137;p10"/>
            <p:cNvSpPr/>
            <p:nvPr/>
          </p:nvSpPr>
          <p:spPr>
            <a:xfrm rot="-5400000">
              <a:off x="574557" y="405788"/>
              <a:ext cx="663600" cy="663600"/>
            </a:xfrm>
            <a:prstGeom prst="pie">
              <a:avLst>
                <a:gd fmla="val 10792838" name="adj1"/>
                <a:gd fmla="val 16200000" name="adj2"/>
              </a:avLst>
            </a:prstGeom>
            <a:solidFill>
              <a:schemeClr val="dk2">
                <a:alpha val="1255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8" name="Google Shape;138;p10"/>
            <p:cNvSpPr/>
            <p:nvPr/>
          </p:nvSpPr>
          <p:spPr>
            <a:xfrm rot="-5400000">
              <a:off x="348199" y="179450"/>
              <a:ext cx="1116300" cy="1116300"/>
            </a:xfrm>
            <a:prstGeom prst="pie">
              <a:avLst>
                <a:gd fmla="val 10792838" name="adj1"/>
                <a:gd fmla="val 16200000" name="adj2"/>
              </a:avLst>
            </a:prstGeom>
            <a:solidFill>
              <a:schemeClr val="dk2">
                <a:alpha val="1255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39" name="Google Shape;139;p10"/>
          <p:cNvSpPr txBox="1"/>
          <p:nvPr>
            <p:ph idx="1" type="body"/>
          </p:nvPr>
        </p:nvSpPr>
        <p:spPr>
          <a:xfrm>
            <a:off x="1303800" y="4138975"/>
            <a:ext cx="5843100" cy="534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1pPr>
          </a:lstStyle>
          <a:p/>
        </p:txBody>
      </p:sp>
      <p:sp>
        <p:nvSpPr>
          <p:cNvPr id="140" name="Google Shape;140;p10"/>
          <p:cNvSpPr txBox="1"/>
          <p:nvPr>
            <p:ph idx="12" type="sldNum"/>
          </p:nvPr>
        </p:nvSpPr>
        <p:spPr>
          <a:xfrm>
            <a:off x="8451046" y="4736976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bg>
      <p:bgPr>
        <a:solidFill>
          <a:schemeClr val="accent3"/>
        </a:solidFill>
      </p:bgPr>
    </p:bg>
    <p:spTree>
      <p:nvGrpSpPr>
        <p:cNvPr id="14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42" name="Google Shape;142;p11"/>
          <p:cNvGrpSpPr/>
          <p:nvPr/>
        </p:nvGrpSpPr>
        <p:grpSpPr>
          <a:xfrm>
            <a:off x="52" y="4099200"/>
            <a:ext cx="9144036" cy="1044300"/>
            <a:chOff x="52" y="4099200"/>
            <a:chExt cx="9144036" cy="1044300"/>
          </a:xfrm>
        </p:grpSpPr>
        <p:grpSp>
          <p:nvGrpSpPr>
            <p:cNvPr id="143" name="Google Shape;143;p11"/>
            <p:cNvGrpSpPr/>
            <p:nvPr/>
          </p:nvGrpSpPr>
          <p:grpSpPr>
            <a:xfrm>
              <a:off x="52" y="4309200"/>
              <a:ext cx="231622" cy="834300"/>
              <a:chOff x="2688737" y="4301380"/>
              <a:chExt cx="231900" cy="834300"/>
            </a:xfrm>
          </p:grpSpPr>
          <p:sp>
            <p:nvSpPr>
              <p:cNvPr id="144" name="Google Shape;144;p11"/>
              <p:cNvSpPr/>
              <p:nvPr/>
            </p:nvSpPr>
            <p:spPr>
              <a:xfrm flipH="1">
                <a:off x="2688737" y="4720780"/>
                <a:ext cx="2319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5" name="Google Shape;145;p11"/>
              <p:cNvSpPr/>
              <p:nvPr/>
            </p:nvSpPr>
            <p:spPr>
              <a:xfrm flipH="1">
                <a:off x="2688737" y="4301380"/>
                <a:ext cx="2319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6" name="Google Shape;146;p11"/>
              <p:cNvSpPr/>
              <p:nvPr/>
            </p:nvSpPr>
            <p:spPr>
              <a:xfrm flipH="1">
                <a:off x="2688737" y="4511080"/>
                <a:ext cx="2319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7" name="Google Shape;147;p11"/>
              <p:cNvSpPr/>
              <p:nvPr/>
            </p:nvSpPr>
            <p:spPr>
              <a:xfrm flipH="1">
                <a:off x="2688737" y="4930480"/>
                <a:ext cx="2319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48" name="Google Shape;148;p11"/>
            <p:cNvGrpSpPr/>
            <p:nvPr/>
          </p:nvGrpSpPr>
          <p:grpSpPr>
            <a:xfrm>
              <a:off x="371406" y="4099200"/>
              <a:ext cx="231622" cy="1044300"/>
              <a:chOff x="2688737" y="4091380"/>
              <a:chExt cx="231900" cy="1044300"/>
            </a:xfrm>
          </p:grpSpPr>
          <p:sp>
            <p:nvSpPr>
              <p:cNvPr id="149" name="Google Shape;149;p11"/>
              <p:cNvSpPr/>
              <p:nvPr/>
            </p:nvSpPr>
            <p:spPr>
              <a:xfrm flipH="1">
                <a:off x="2688737" y="4720780"/>
                <a:ext cx="2319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0" name="Google Shape;150;p11"/>
              <p:cNvSpPr/>
              <p:nvPr/>
            </p:nvSpPr>
            <p:spPr>
              <a:xfrm flipH="1">
                <a:off x="2688737" y="4301380"/>
                <a:ext cx="2319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1" name="Google Shape;151;p11"/>
              <p:cNvSpPr/>
              <p:nvPr/>
            </p:nvSpPr>
            <p:spPr>
              <a:xfrm flipH="1">
                <a:off x="2688737" y="4511080"/>
                <a:ext cx="2319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2" name="Google Shape;152;p11"/>
              <p:cNvSpPr/>
              <p:nvPr/>
            </p:nvSpPr>
            <p:spPr>
              <a:xfrm flipH="1">
                <a:off x="2688737" y="4091380"/>
                <a:ext cx="231900" cy="104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3" name="Google Shape;153;p11"/>
              <p:cNvSpPr/>
              <p:nvPr/>
            </p:nvSpPr>
            <p:spPr>
              <a:xfrm flipH="1">
                <a:off x="2688737" y="4930480"/>
                <a:ext cx="2319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54" name="Google Shape;154;p11"/>
            <p:cNvGrpSpPr/>
            <p:nvPr/>
          </p:nvGrpSpPr>
          <p:grpSpPr>
            <a:xfrm>
              <a:off x="742761" y="4309200"/>
              <a:ext cx="231622" cy="834300"/>
              <a:chOff x="2688737" y="4301380"/>
              <a:chExt cx="231900" cy="834300"/>
            </a:xfrm>
          </p:grpSpPr>
          <p:sp>
            <p:nvSpPr>
              <p:cNvPr id="155" name="Google Shape;155;p11"/>
              <p:cNvSpPr/>
              <p:nvPr/>
            </p:nvSpPr>
            <p:spPr>
              <a:xfrm flipH="1">
                <a:off x="2688737" y="4720780"/>
                <a:ext cx="2319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6" name="Google Shape;156;p11"/>
              <p:cNvSpPr/>
              <p:nvPr/>
            </p:nvSpPr>
            <p:spPr>
              <a:xfrm flipH="1">
                <a:off x="2688737" y="4301380"/>
                <a:ext cx="2319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7" name="Google Shape;157;p11"/>
              <p:cNvSpPr/>
              <p:nvPr/>
            </p:nvSpPr>
            <p:spPr>
              <a:xfrm flipH="1">
                <a:off x="2688737" y="4511080"/>
                <a:ext cx="2319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8" name="Google Shape;158;p11"/>
              <p:cNvSpPr/>
              <p:nvPr/>
            </p:nvSpPr>
            <p:spPr>
              <a:xfrm flipH="1">
                <a:off x="2688737" y="4930480"/>
                <a:ext cx="2319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59" name="Google Shape;159;p11"/>
            <p:cNvGrpSpPr/>
            <p:nvPr/>
          </p:nvGrpSpPr>
          <p:grpSpPr>
            <a:xfrm>
              <a:off x="1114115" y="4518900"/>
              <a:ext cx="231622" cy="624600"/>
              <a:chOff x="2688737" y="4511080"/>
              <a:chExt cx="231900" cy="624600"/>
            </a:xfrm>
          </p:grpSpPr>
          <p:sp>
            <p:nvSpPr>
              <p:cNvPr id="160" name="Google Shape;160;p11"/>
              <p:cNvSpPr/>
              <p:nvPr/>
            </p:nvSpPr>
            <p:spPr>
              <a:xfrm flipH="1">
                <a:off x="2688737" y="4720780"/>
                <a:ext cx="2319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1" name="Google Shape;161;p11"/>
              <p:cNvSpPr/>
              <p:nvPr/>
            </p:nvSpPr>
            <p:spPr>
              <a:xfrm flipH="1">
                <a:off x="2688737" y="4511080"/>
                <a:ext cx="2319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2" name="Google Shape;162;p11"/>
              <p:cNvSpPr/>
              <p:nvPr/>
            </p:nvSpPr>
            <p:spPr>
              <a:xfrm flipH="1">
                <a:off x="2688737" y="4930480"/>
                <a:ext cx="2319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63" name="Google Shape;163;p11"/>
            <p:cNvGrpSpPr/>
            <p:nvPr/>
          </p:nvGrpSpPr>
          <p:grpSpPr>
            <a:xfrm>
              <a:off x="1856753" y="4099200"/>
              <a:ext cx="231600" cy="1044300"/>
              <a:chOff x="1856753" y="4099200"/>
              <a:chExt cx="231600" cy="1044300"/>
            </a:xfrm>
          </p:grpSpPr>
          <p:sp>
            <p:nvSpPr>
              <p:cNvPr id="164" name="Google Shape;164;p11"/>
              <p:cNvSpPr/>
              <p:nvPr/>
            </p:nvSpPr>
            <p:spPr>
              <a:xfrm flipH="1">
                <a:off x="1856753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5" name="Google Shape;165;p11"/>
              <p:cNvSpPr/>
              <p:nvPr/>
            </p:nvSpPr>
            <p:spPr>
              <a:xfrm flipH="1">
                <a:off x="1856753" y="4309200"/>
                <a:ext cx="2316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6" name="Google Shape;166;p11"/>
              <p:cNvSpPr/>
              <p:nvPr/>
            </p:nvSpPr>
            <p:spPr>
              <a:xfrm flipH="1">
                <a:off x="1856753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7" name="Google Shape;167;p11"/>
              <p:cNvSpPr/>
              <p:nvPr/>
            </p:nvSpPr>
            <p:spPr>
              <a:xfrm flipH="1">
                <a:off x="1856753" y="4099200"/>
                <a:ext cx="231600" cy="104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8" name="Google Shape;168;p11"/>
              <p:cNvSpPr/>
              <p:nvPr/>
            </p:nvSpPr>
            <p:spPr>
              <a:xfrm flipH="1">
                <a:off x="1856753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69" name="Google Shape;169;p11"/>
            <p:cNvGrpSpPr/>
            <p:nvPr/>
          </p:nvGrpSpPr>
          <p:grpSpPr>
            <a:xfrm>
              <a:off x="2228107" y="4309200"/>
              <a:ext cx="231600" cy="834300"/>
              <a:chOff x="2228107" y="4309200"/>
              <a:chExt cx="231600" cy="834300"/>
            </a:xfrm>
          </p:grpSpPr>
          <p:sp>
            <p:nvSpPr>
              <p:cNvPr id="170" name="Google Shape;170;p11"/>
              <p:cNvSpPr/>
              <p:nvPr/>
            </p:nvSpPr>
            <p:spPr>
              <a:xfrm flipH="1">
                <a:off x="2228107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71" name="Google Shape;171;p11"/>
              <p:cNvSpPr/>
              <p:nvPr/>
            </p:nvSpPr>
            <p:spPr>
              <a:xfrm flipH="1">
                <a:off x="2228107" y="4309200"/>
                <a:ext cx="2316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72" name="Google Shape;172;p11"/>
              <p:cNvSpPr/>
              <p:nvPr/>
            </p:nvSpPr>
            <p:spPr>
              <a:xfrm flipH="1">
                <a:off x="2228107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73" name="Google Shape;173;p11"/>
              <p:cNvSpPr/>
              <p:nvPr/>
            </p:nvSpPr>
            <p:spPr>
              <a:xfrm flipH="1">
                <a:off x="2228107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74" name="Google Shape;174;p11"/>
            <p:cNvGrpSpPr/>
            <p:nvPr/>
          </p:nvGrpSpPr>
          <p:grpSpPr>
            <a:xfrm>
              <a:off x="2599462" y="4518900"/>
              <a:ext cx="231600" cy="624600"/>
              <a:chOff x="2599462" y="4518900"/>
              <a:chExt cx="231600" cy="624600"/>
            </a:xfrm>
          </p:grpSpPr>
          <p:sp>
            <p:nvSpPr>
              <p:cNvPr id="175" name="Google Shape;175;p11"/>
              <p:cNvSpPr/>
              <p:nvPr/>
            </p:nvSpPr>
            <p:spPr>
              <a:xfrm flipH="1">
                <a:off x="2599462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76" name="Google Shape;176;p11"/>
              <p:cNvSpPr/>
              <p:nvPr/>
            </p:nvSpPr>
            <p:spPr>
              <a:xfrm flipH="1">
                <a:off x="2599462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77" name="Google Shape;177;p11"/>
              <p:cNvSpPr/>
              <p:nvPr/>
            </p:nvSpPr>
            <p:spPr>
              <a:xfrm flipH="1">
                <a:off x="2599462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78" name="Google Shape;178;p11"/>
            <p:cNvGrpSpPr/>
            <p:nvPr/>
          </p:nvGrpSpPr>
          <p:grpSpPr>
            <a:xfrm>
              <a:off x="3342171" y="4099200"/>
              <a:ext cx="231600" cy="1044300"/>
              <a:chOff x="3342171" y="4099200"/>
              <a:chExt cx="231600" cy="1044300"/>
            </a:xfrm>
          </p:grpSpPr>
          <p:sp>
            <p:nvSpPr>
              <p:cNvPr id="179" name="Google Shape;179;p11"/>
              <p:cNvSpPr/>
              <p:nvPr/>
            </p:nvSpPr>
            <p:spPr>
              <a:xfrm flipH="1">
                <a:off x="3342171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80" name="Google Shape;180;p11"/>
              <p:cNvSpPr/>
              <p:nvPr/>
            </p:nvSpPr>
            <p:spPr>
              <a:xfrm flipH="1">
                <a:off x="3342171" y="4309200"/>
                <a:ext cx="2316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81" name="Google Shape;181;p11"/>
              <p:cNvSpPr/>
              <p:nvPr/>
            </p:nvSpPr>
            <p:spPr>
              <a:xfrm flipH="1">
                <a:off x="3342171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82" name="Google Shape;182;p11"/>
              <p:cNvSpPr/>
              <p:nvPr/>
            </p:nvSpPr>
            <p:spPr>
              <a:xfrm flipH="1">
                <a:off x="3342171" y="4099200"/>
                <a:ext cx="231600" cy="104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83" name="Google Shape;183;p11"/>
              <p:cNvSpPr/>
              <p:nvPr/>
            </p:nvSpPr>
            <p:spPr>
              <a:xfrm flipH="1">
                <a:off x="3342171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84" name="Google Shape;184;p11"/>
            <p:cNvGrpSpPr/>
            <p:nvPr/>
          </p:nvGrpSpPr>
          <p:grpSpPr>
            <a:xfrm>
              <a:off x="3713525" y="4309200"/>
              <a:ext cx="231600" cy="834300"/>
              <a:chOff x="3713525" y="4309200"/>
              <a:chExt cx="231600" cy="834300"/>
            </a:xfrm>
          </p:grpSpPr>
          <p:sp>
            <p:nvSpPr>
              <p:cNvPr id="185" name="Google Shape;185;p11"/>
              <p:cNvSpPr/>
              <p:nvPr/>
            </p:nvSpPr>
            <p:spPr>
              <a:xfrm flipH="1">
                <a:off x="3713525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86" name="Google Shape;186;p11"/>
              <p:cNvSpPr/>
              <p:nvPr/>
            </p:nvSpPr>
            <p:spPr>
              <a:xfrm flipH="1">
                <a:off x="3713525" y="4309200"/>
                <a:ext cx="2316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87" name="Google Shape;187;p11"/>
              <p:cNvSpPr/>
              <p:nvPr/>
            </p:nvSpPr>
            <p:spPr>
              <a:xfrm flipH="1">
                <a:off x="3713525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88" name="Google Shape;188;p11"/>
              <p:cNvSpPr/>
              <p:nvPr/>
            </p:nvSpPr>
            <p:spPr>
              <a:xfrm flipH="1">
                <a:off x="3713525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89" name="Google Shape;189;p11"/>
            <p:cNvGrpSpPr/>
            <p:nvPr/>
          </p:nvGrpSpPr>
          <p:grpSpPr>
            <a:xfrm>
              <a:off x="1485398" y="4309200"/>
              <a:ext cx="231600" cy="834300"/>
              <a:chOff x="1485398" y="4309200"/>
              <a:chExt cx="231600" cy="834300"/>
            </a:xfrm>
          </p:grpSpPr>
          <p:sp>
            <p:nvSpPr>
              <p:cNvPr id="190" name="Google Shape;190;p11"/>
              <p:cNvSpPr/>
              <p:nvPr/>
            </p:nvSpPr>
            <p:spPr>
              <a:xfrm flipH="1">
                <a:off x="1485398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91" name="Google Shape;191;p11"/>
              <p:cNvSpPr/>
              <p:nvPr/>
            </p:nvSpPr>
            <p:spPr>
              <a:xfrm flipH="1">
                <a:off x="1485398" y="4309200"/>
                <a:ext cx="2316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92" name="Google Shape;192;p11"/>
              <p:cNvSpPr/>
              <p:nvPr/>
            </p:nvSpPr>
            <p:spPr>
              <a:xfrm flipH="1">
                <a:off x="1485398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93" name="Google Shape;193;p11"/>
              <p:cNvSpPr/>
              <p:nvPr/>
            </p:nvSpPr>
            <p:spPr>
              <a:xfrm flipH="1">
                <a:off x="1485398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94" name="Google Shape;194;p11"/>
            <p:cNvGrpSpPr/>
            <p:nvPr/>
          </p:nvGrpSpPr>
          <p:grpSpPr>
            <a:xfrm>
              <a:off x="4084879" y="4518900"/>
              <a:ext cx="231600" cy="624600"/>
              <a:chOff x="4084879" y="4518900"/>
              <a:chExt cx="231600" cy="624600"/>
            </a:xfrm>
          </p:grpSpPr>
          <p:sp>
            <p:nvSpPr>
              <p:cNvPr id="195" name="Google Shape;195;p11"/>
              <p:cNvSpPr/>
              <p:nvPr/>
            </p:nvSpPr>
            <p:spPr>
              <a:xfrm flipH="1">
                <a:off x="4084879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96" name="Google Shape;196;p11"/>
              <p:cNvSpPr/>
              <p:nvPr/>
            </p:nvSpPr>
            <p:spPr>
              <a:xfrm flipH="1">
                <a:off x="4084879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97" name="Google Shape;197;p11"/>
              <p:cNvSpPr/>
              <p:nvPr/>
            </p:nvSpPr>
            <p:spPr>
              <a:xfrm flipH="1">
                <a:off x="4084879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98" name="Google Shape;198;p11"/>
            <p:cNvGrpSpPr/>
            <p:nvPr/>
          </p:nvGrpSpPr>
          <p:grpSpPr>
            <a:xfrm>
              <a:off x="2970816" y="4309200"/>
              <a:ext cx="231600" cy="834300"/>
              <a:chOff x="2970816" y="4309200"/>
              <a:chExt cx="231600" cy="834300"/>
            </a:xfrm>
          </p:grpSpPr>
          <p:sp>
            <p:nvSpPr>
              <p:cNvPr id="199" name="Google Shape;199;p11"/>
              <p:cNvSpPr/>
              <p:nvPr/>
            </p:nvSpPr>
            <p:spPr>
              <a:xfrm flipH="1">
                <a:off x="2970816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00" name="Google Shape;200;p11"/>
              <p:cNvSpPr/>
              <p:nvPr/>
            </p:nvSpPr>
            <p:spPr>
              <a:xfrm flipH="1">
                <a:off x="2970816" y="4309200"/>
                <a:ext cx="2316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01" name="Google Shape;201;p11"/>
              <p:cNvSpPr/>
              <p:nvPr/>
            </p:nvSpPr>
            <p:spPr>
              <a:xfrm flipH="1">
                <a:off x="2970816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02" name="Google Shape;202;p11"/>
              <p:cNvSpPr/>
              <p:nvPr/>
            </p:nvSpPr>
            <p:spPr>
              <a:xfrm flipH="1">
                <a:off x="2970816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203" name="Google Shape;203;p11"/>
            <p:cNvGrpSpPr/>
            <p:nvPr/>
          </p:nvGrpSpPr>
          <p:grpSpPr>
            <a:xfrm>
              <a:off x="4456234" y="4309200"/>
              <a:ext cx="231600" cy="834300"/>
              <a:chOff x="4456234" y="4309200"/>
              <a:chExt cx="231600" cy="834300"/>
            </a:xfrm>
          </p:grpSpPr>
          <p:sp>
            <p:nvSpPr>
              <p:cNvPr id="204" name="Google Shape;204;p11"/>
              <p:cNvSpPr/>
              <p:nvPr/>
            </p:nvSpPr>
            <p:spPr>
              <a:xfrm flipH="1">
                <a:off x="4456234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05" name="Google Shape;205;p11"/>
              <p:cNvSpPr/>
              <p:nvPr/>
            </p:nvSpPr>
            <p:spPr>
              <a:xfrm flipH="1">
                <a:off x="4456234" y="4309200"/>
                <a:ext cx="2316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06" name="Google Shape;206;p11"/>
              <p:cNvSpPr/>
              <p:nvPr/>
            </p:nvSpPr>
            <p:spPr>
              <a:xfrm flipH="1">
                <a:off x="4456234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07" name="Google Shape;207;p11"/>
              <p:cNvSpPr/>
              <p:nvPr/>
            </p:nvSpPr>
            <p:spPr>
              <a:xfrm flipH="1">
                <a:off x="4456234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208" name="Google Shape;208;p11"/>
            <p:cNvGrpSpPr/>
            <p:nvPr/>
          </p:nvGrpSpPr>
          <p:grpSpPr>
            <a:xfrm>
              <a:off x="4827588" y="4099200"/>
              <a:ext cx="231600" cy="1044300"/>
              <a:chOff x="4827588" y="4099200"/>
              <a:chExt cx="231600" cy="1044300"/>
            </a:xfrm>
          </p:grpSpPr>
          <p:sp>
            <p:nvSpPr>
              <p:cNvPr id="209" name="Google Shape;209;p11"/>
              <p:cNvSpPr/>
              <p:nvPr/>
            </p:nvSpPr>
            <p:spPr>
              <a:xfrm flipH="1">
                <a:off x="4827588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10" name="Google Shape;210;p11"/>
              <p:cNvSpPr/>
              <p:nvPr/>
            </p:nvSpPr>
            <p:spPr>
              <a:xfrm flipH="1">
                <a:off x="4827588" y="4309200"/>
                <a:ext cx="2316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11" name="Google Shape;211;p11"/>
              <p:cNvSpPr/>
              <p:nvPr/>
            </p:nvSpPr>
            <p:spPr>
              <a:xfrm flipH="1">
                <a:off x="4827588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12" name="Google Shape;212;p11"/>
              <p:cNvSpPr/>
              <p:nvPr/>
            </p:nvSpPr>
            <p:spPr>
              <a:xfrm flipH="1">
                <a:off x="4827588" y="4099200"/>
                <a:ext cx="231600" cy="104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13" name="Google Shape;213;p11"/>
              <p:cNvSpPr/>
              <p:nvPr/>
            </p:nvSpPr>
            <p:spPr>
              <a:xfrm flipH="1">
                <a:off x="4827588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214" name="Google Shape;214;p11"/>
            <p:cNvGrpSpPr/>
            <p:nvPr/>
          </p:nvGrpSpPr>
          <p:grpSpPr>
            <a:xfrm>
              <a:off x="5198943" y="4309200"/>
              <a:ext cx="231600" cy="834300"/>
              <a:chOff x="5198943" y="4309200"/>
              <a:chExt cx="231600" cy="834300"/>
            </a:xfrm>
          </p:grpSpPr>
          <p:sp>
            <p:nvSpPr>
              <p:cNvPr id="215" name="Google Shape;215;p11"/>
              <p:cNvSpPr/>
              <p:nvPr/>
            </p:nvSpPr>
            <p:spPr>
              <a:xfrm flipH="1">
                <a:off x="5198943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16" name="Google Shape;216;p11"/>
              <p:cNvSpPr/>
              <p:nvPr/>
            </p:nvSpPr>
            <p:spPr>
              <a:xfrm flipH="1">
                <a:off x="5198943" y="4309200"/>
                <a:ext cx="2316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17" name="Google Shape;217;p11"/>
              <p:cNvSpPr/>
              <p:nvPr/>
            </p:nvSpPr>
            <p:spPr>
              <a:xfrm flipH="1">
                <a:off x="5198943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18" name="Google Shape;218;p11"/>
              <p:cNvSpPr/>
              <p:nvPr/>
            </p:nvSpPr>
            <p:spPr>
              <a:xfrm flipH="1">
                <a:off x="5198943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219" name="Google Shape;219;p11"/>
            <p:cNvGrpSpPr/>
            <p:nvPr/>
          </p:nvGrpSpPr>
          <p:grpSpPr>
            <a:xfrm>
              <a:off x="5570297" y="4518900"/>
              <a:ext cx="231600" cy="624600"/>
              <a:chOff x="5570297" y="4518900"/>
              <a:chExt cx="231600" cy="624600"/>
            </a:xfrm>
          </p:grpSpPr>
          <p:sp>
            <p:nvSpPr>
              <p:cNvPr id="220" name="Google Shape;220;p11"/>
              <p:cNvSpPr/>
              <p:nvPr/>
            </p:nvSpPr>
            <p:spPr>
              <a:xfrm flipH="1">
                <a:off x="5570297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21" name="Google Shape;221;p11"/>
              <p:cNvSpPr/>
              <p:nvPr/>
            </p:nvSpPr>
            <p:spPr>
              <a:xfrm flipH="1">
                <a:off x="5570297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22" name="Google Shape;222;p11"/>
              <p:cNvSpPr/>
              <p:nvPr/>
            </p:nvSpPr>
            <p:spPr>
              <a:xfrm flipH="1">
                <a:off x="5570297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223" name="Google Shape;223;p11"/>
            <p:cNvGrpSpPr/>
            <p:nvPr/>
          </p:nvGrpSpPr>
          <p:grpSpPr>
            <a:xfrm>
              <a:off x="5941652" y="4309200"/>
              <a:ext cx="231600" cy="834300"/>
              <a:chOff x="5941652" y="4309200"/>
              <a:chExt cx="231600" cy="834300"/>
            </a:xfrm>
          </p:grpSpPr>
          <p:sp>
            <p:nvSpPr>
              <p:cNvPr id="224" name="Google Shape;224;p11"/>
              <p:cNvSpPr/>
              <p:nvPr/>
            </p:nvSpPr>
            <p:spPr>
              <a:xfrm flipH="1">
                <a:off x="5941652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25" name="Google Shape;225;p11"/>
              <p:cNvSpPr/>
              <p:nvPr/>
            </p:nvSpPr>
            <p:spPr>
              <a:xfrm flipH="1">
                <a:off x="5941652" y="4309200"/>
                <a:ext cx="2316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26" name="Google Shape;226;p11"/>
              <p:cNvSpPr/>
              <p:nvPr/>
            </p:nvSpPr>
            <p:spPr>
              <a:xfrm flipH="1">
                <a:off x="5941652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27" name="Google Shape;227;p11"/>
              <p:cNvSpPr/>
              <p:nvPr/>
            </p:nvSpPr>
            <p:spPr>
              <a:xfrm flipH="1">
                <a:off x="5941652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228" name="Google Shape;228;p11"/>
            <p:cNvGrpSpPr/>
            <p:nvPr/>
          </p:nvGrpSpPr>
          <p:grpSpPr>
            <a:xfrm>
              <a:off x="6313006" y="4099200"/>
              <a:ext cx="231600" cy="1044300"/>
              <a:chOff x="6313006" y="4099200"/>
              <a:chExt cx="231600" cy="1044300"/>
            </a:xfrm>
          </p:grpSpPr>
          <p:sp>
            <p:nvSpPr>
              <p:cNvPr id="229" name="Google Shape;229;p11"/>
              <p:cNvSpPr/>
              <p:nvPr/>
            </p:nvSpPr>
            <p:spPr>
              <a:xfrm flipH="1">
                <a:off x="6313006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30" name="Google Shape;230;p11"/>
              <p:cNvSpPr/>
              <p:nvPr/>
            </p:nvSpPr>
            <p:spPr>
              <a:xfrm flipH="1">
                <a:off x="6313006" y="4309200"/>
                <a:ext cx="2316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31" name="Google Shape;231;p11"/>
              <p:cNvSpPr/>
              <p:nvPr/>
            </p:nvSpPr>
            <p:spPr>
              <a:xfrm flipH="1">
                <a:off x="6313006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32" name="Google Shape;232;p11"/>
              <p:cNvSpPr/>
              <p:nvPr/>
            </p:nvSpPr>
            <p:spPr>
              <a:xfrm flipH="1">
                <a:off x="6313006" y="4099200"/>
                <a:ext cx="231600" cy="104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33" name="Google Shape;233;p11"/>
              <p:cNvSpPr/>
              <p:nvPr/>
            </p:nvSpPr>
            <p:spPr>
              <a:xfrm flipH="1">
                <a:off x="6313006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234" name="Google Shape;234;p11"/>
            <p:cNvGrpSpPr/>
            <p:nvPr/>
          </p:nvGrpSpPr>
          <p:grpSpPr>
            <a:xfrm>
              <a:off x="6684361" y="4309200"/>
              <a:ext cx="231600" cy="834300"/>
              <a:chOff x="6684361" y="4309200"/>
              <a:chExt cx="231600" cy="834300"/>
            </a:xfrm>
          </p:grpSpPr>
          <p:sp>
            <p:nvSpPr>
              <p:cNvPr id="235" name="Google Shape;235;p11"/>
              <p:cNvSpPr/>
              <p:nvPr/>
            </p:nvSpPr>
            <p:spPr>
              <a:xfrm flipH="1">
                <a:off x="6684361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36" name="Google Shape;236;p11"/>
              <p:cNvSpPr/>
              <p:nvPr/>
            </p:nvSpPr>
            <p:spPr>
              <a:xfrm flipH="1">
                <a:off x="6684361" y="4309200"/>
                <a:ext cx="2316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37" name="Google Shape;237;p11"/>
              <p:cNvSpPr/>
              <p:nvPr/>
            </p:nvSpPr>
            <p:spPr>
              <a:xfrm flipH="1">
                <a:off x="6684361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38" name="Google Shape;238;p11"/>
              <p:cNvSpPr/>
              <p:nvPr/>
            </p:nvSpPr>
            <p:spPr>
              <a:xfrm flipH="1">
                <a:off x="6684361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239" name="Google Shape;239;p11"/>
            <p:cNvGrpSpPr/>
            <p:nvPr/>
          </p:nvGrpSpPr>
          <p:grpSpPr>
            <a:xfrm>
              <a:off x="7055715" y="4518900"/>
              <a:ext cx="231600" cy="624600"/>
              <a:chOff x="7055715" y="4518900"/>
              <a:chExt cx="231600" cy="624600"/>
            </a:xfrm>
          </p:grpSpPr>
          <p:sp>
            <p:nvSpPr>
              <p:cNvPr id="240" name="Google Shape;240;p11"/>
              <p:cNvSpPr/>
              <p:nvPr/>
            </p:nvSpPr>
            <p:spPr>
              <a:xfrm flipH="1">
                <a:off x="7055715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41" name="Google Shape;241;p11"/>
              <p:cNvSpPr/>
              <p:nvPr/>
            </p:nvSpPr>
            <p:spPr>
              <a:xfrm flipH="1">
                <a:off x="7055715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42" name="Google Shape;242;p11"/>
              <p:cNvSpPr/>
              <p:nvPr/>
            </p:nvSpPr>
            <p:spPr>
              <a:xfrm flipH="1">
                <a:off x="7055715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243" name="Google Shape;243;p11"/>
            <p:cNvGrpSpPr/>
            <p:nvPr/>
          </p:nvGrpSpPr>
          <p:grpSpPr>
            <a:xfrm>
              <a:off x="7798424" y="4099200"/>
              <a:ext cx="231600" cy="1044300"/>
              <a:chOff x="7798424" y="4099200"/>
              <a:chExt cx="231600" cy="1044300"/>
            </a:xfrm>
          </p:grpSpPr>
          <p:sp>
            <p:nvSpPr>
              <p:cNvPr id="244" name="Google Shape;244;p11"/>
              <p:cNvSpPr/>
              <p:nvPr/>
            </p:nvSpPr>
            <p:spPr>
              <a:xfrm flipH="1">
                <a:off x="7798424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45" name="Google Shape;245;p11"/>
              <p:cNvSpPr/>
              <p:nvPr/>
            </p:nvSpPr>
            <p:spPr>
              <a:xfrm flipH="1">
                <a:off x="7798424" y="4309200"/>
                <a:ext cx="2316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46" name="Google Shape;246;p11"/>
              <p:cNvSpPr/>
              <p:nvPr/>
            </p:nvSpPr>
            <p:spPr>
              <a:xfrm flipH="1">
                <a:off x="7798424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47" name="Google Shape;247;p11"/>
              <p:cNvSpPr/>
              <p:nvPr/>
            </p:nvSpPr>
            <p:spPr>
              <a:xfrm flipH="1">
                <a:off x="7798424" y="4099200"/>
                <a:ext cx="231600" cy="104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48" name="Google Shape;248;p11"/>
              <p:cNvSpPr/>
              <p:nvPr/>
            </p:nvSpPr>
            <p:spPr>
              <a:xfrm flipH="1">
                <a:off x="7798424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249" name="Google Shape;249;p11"/>
            <p:cNvGrpSpPr/>
            <p:nvPr/>
          </p:nvGrpSpPr>
          <p:grpSpPr>
            <a:xfrm>
              <a:off x="8169779" y="4309200"/>
              <a:ext cx="231600" cy="834300"/>
              <a:chOff x="8169779" y="4309200"/>
              <a:chExt cx="231600" cy="834300"/>
            </a:xfrm>
          </p:grpSpPr>
          <p:sp>
            <p:nvSpPr>
              <p:cNvPr id="250" name="Google Shape;250;p11"/>
              <p:cNvSpPr/>
              <p:nvPr/>
            </p:nvSpPr>
            <p:spPr>
              <a:xfrm flipH="1">
                <a:off x="8169779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51" name="Google Shape;251;p11"/>
              <p:cNvSpPr/>
              <p:nvPr/>
            </p:nvSpPr>
            <p:spPr>
              <a:xfrm flipH="1">
                <a:off x="8169779" y="4309200"/>
                <a:ext cx="2316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52" name="Google Shape;252;p11"/>
              <p:cNvSpPr/>
              <p:nvPr/>
            </p:nvSpPr>
            <p:spPr>
              <a:xfrm flipH="1">
                <a:off x="8169779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53" name="Google Shape;253;p11"/>
              <p:cNvSpPr/>
              <p:nvPr/>
            </p:nvSpPr>
            <p:spPr>
              <a:xfrm flipH="1">
                <a:off x="8169779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254" name="Google Shape;254;p11"/>
            <p:cNvGrpSpPr/>
            <p:nvPr/>
          </p:nvGrpSpPr>
          <p:grpSpPr>
            <a:xfrm>
              <a:off x="7427070" y="4309200"/>
              <a:ext cx="231600" cy="834300"/>
              <a:chOff x="7427070" y="4309200"/>
              <a:chExt cx="231600" cy="834300"/>
            </a:xfrm>
          </p:grpSpPr>
          <p:sp>
            <p:nvSpPr>
              <p:cNvPr id="255" name="Google Shape;255;p11"/>
              <p:cNvSpPr/>
              <p:nvPr/>
            </p:nvSpPr>
            <p:spPr>
              <a:xfrm flipH="1">
                <a:off x="7427070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56" name="Google Shape;256;p11"/>
              <p:cNvSpPr/>
              <p:nvPr/>
            </p:nvSpPr>
            <p:spPr>
              <a:xfrm flipH="1">
                <a:off x="7427070" y="4309200"/>
                <a:ext cx="2316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57" name="Google Shape;257;p11"/>
              <p:cNvSpPr/>
              <p:nvPr/>
            </p:nvSpPr>
            <p:spPr>
              <a:xfrm flipH="1">
                <a:off x="7427070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58" name="Google Shape;258;p11"/>
              <p:cNvSpPr/>
              <p:nvPr/>
            </p:nvSpPr>
            <p:spPr>
              <a:xfrm flipH="1">
                <a:off x="7427070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259" name="Google Shape;259;p11"/>
            <p:cNvGrpSpPr/>
            <p:nvPr/>
          </p:nvGrpSpPr>
          <p:grpSpPr>
            <a:xfrm>
              <a:off x="8541133" y="4518900"/>
              <a:ext cx="231600" cy="624600"/>
              <a:chOff x="8541133" y="4518900"/>
              <a:chExt cx="231600" cy="624600"/>
            </a:xfrm>
          </p:grpSpPr>
          <p:sp>
            <p:nvSpPr>
              <p:cNvPr id="260" name="Google Shape;260;p11"/>
              <p:cNvSpPr/>
              <p:nvPr/>
            </p:nvSpPr>
            <p:spPr>
              <a:xfrm flipH="1">
                <a:off x="8541133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61" name="Google Shape;261;p11"/>
              <p:cNvSpPr/>
              <p:nvPr/>
            </p:nvSpPr>
            <p:spPr>
              <a:xfrm flipH="1">
                <a:off x="8541133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62" name="Google Shape;262;p11"/>
              <p:cNvSpPr/>
              <p:nvPr/>
            </p:nvSpPr>
            <p:spPr>
              <a:xfrm flipH="1">
                <a:off x="8541133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263" name="Google Shape;263;p11"/>
            <p:cNvGrpSpPr/>
            <p:nvPr/>
          </p:nvGrpSpPr>
          <p:grpSpPr>
            <a:xfrm>
              <a:off x="8912488" y="4309200"/>
              <a:ext cx="231600" cy="834300"/>
              <a:chOff x="8912488" y="4309200"/>
              <a:chExt cx="231600" cy="834300"/>
            </a:xfrm>
          </p:grpSpPr>
          <p:sp>
            <p:nvSpPr>
              <p:cNvPr id="264" name="Google Shape;264;p11"/>
              <p:cNvSpPr/>
              <p:nvPr/>
            </p:nvSpPr>
            <p:spPr>
              <a:xfrm flipH="1">
                <a:off x="8912488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65" name="Google Shape;265;p11"/>
              <p:cNvSpPr/>
              <p:nvPr/>
            </p:nvSpPr>
            <p:spPr>
              <a:xfrm flipH="1">
                <a:off x="8912488" y="4309200"/>
                <a:ext cx="2316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66" name="Google Shape;266;p11"/>
              <p:cNvSpPr/>
              <p:nvPr/>
            </p:nvSpPr>
            <p:spPr>
              <a:xfrm flipH="1">
                <a:off x="8912488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67" name="Google Shape;267;p11"/>
              <p:cNvSpPr/>
              <p:nvPr/>
            </p:nvSpPr>
            <p:spPr>
              <a:xfrm flipH="1">
                <a:off x="8912488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  <p:sp>
        <p:nvSpPr>
          <p:cNvPr id="268" name="Google Shape;268;p11"/>
          <p:cNvSpPr txBox="1"/>
          <p:nvPr>
            <p:ph hasCustomPrompt="1" type="title"/>
          </p:nvPr>
        </p:nvSpPr>
        <p:spPr>
          <a:xfrm>
            <a:off x="1388625" y="772725"/>
            <a:ext cx="6366900" cy="1863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269" name="Google Shape;269;p11"/>
          <p:cNvSpPr txBox="1"/>
          <p:nvPr>
            <p:ph idx="1" type="body"/>
          </p:nvPr>
        </p:nvSpPr>
        <p:spPr>
          <a:xfrm>
            <a:off x="1388625" y="2712300"/>
            <a:ext cx="6366900" cy="111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Char char="●"/>
              <a:defRPr>
                <a:solidFill>
                  <a:schemeClr val="lt1"/>
                </a:solidFill>
              </a:defRPr>
            </a:lvl1pPr>
            <a:lvl2pPr indent="-298450" lvl="1" marL="9144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>
                <a:solidFill>
                  <a:schemeClr val="lt1"/>
                </a:solidFill>
              </a:defRPr>
            </a:lvl2pPr>
            <a:lvl3pPr indent="-298450" lvl="2" marL="13716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>
                <a:solidFill>
                  <a:schemeClr val="lt1"/>
                </a:solidFill>
              </a:defRPr>
            </a:lvl3pPr>
            <a:lvl4pPr indent="-298450" lvl="3" marL="18288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●"/>
              <a:defRPr>
                <a:solidFill>
                  <a:schemeClr val="lt1"/>
                </a:solidFill>
              </a:defRPr>
            </a:lvl4pPr>
            <a:lvl5pPr indent="-298450" lvl="4" marL="22860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>
                <a:solidFill>
                  <a:schemeClr val="lt1"/>
                </a:solidFill>
              </a:defRPr>
            </a:lvl5pPr>
            <a:lvl6pPr indent="-298450" lvl="5" marL="27432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>
                <a:solidFill>
                  <a:schemeClr val="lt1"/>
                </a:solidFill>
              </a:defRPr>
            </a:lvl6pPr>
            <a:lvl7pPr indent="-298450" lvl="6" marL="32004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●"/>
              <a:defRPr>
                <a:solidFill>
                  <a:schemeClr val="lt1"/>
                </a:solidFill>
              </a:defRPr>
            </a:lvl7pPr>
            <a:lvl8pPr indent="-298450" lvl="7" marL="36576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>
                <a:solidFill>
                  <a:schemeClr val="lt1"/>
                </a:solidFill>
              </a:defRPr>
            </a:lvl8pPr>
            <a:lvl9pPr indent="-298450" lvl="8" marL="41148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270" name="Google Shape;270;p11"/>
          <p:cNvSpPr txBox="1"/>
          <p:nvPr>
            <p:ph idx="12" type="sldNum"/>
          </p:nvPr>
        </p:nvSpPr>
        <p:spPr>
          <a:xfrm>
            <a:off x="8451046" y="4736976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271" name="Shape 2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2" name="Google Shape;272;p12"/>
          <p:cNvSpPr txBox="1"/>
          <p:nvPr>
            <p:ph idx="12" type="sldNum"/>
          </p:nvPr>
        </p:nvSpPr>
        <p:spPr>
          <a:xfrm>
            <a:off x="8451046" y="4736976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momentum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Maven Pro"/>
              <a:buNone/>
              <a:defRPr b="1" sz="2800">
                <a:solidFill>
                  <a:schemeClr val="dk2"/>
                </a:solidFill>
                <a:latin typeface="Maven Pro"/>
                <a:ea typeface="Maven Pro"/>
                <a:cs typeface="Maven Pro"/>
                <a:sym typeface="Maven Pr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Maven Pro"/>
              <a:buNone/>
              <a:defRPr b="1" sz="2800">
                <a:solidFill>
                  <a:schemeClr val="dk2"/>
                </a:solidFill>
                <a:latin typeface="Maven Pro"/>
                <a:ea typeface="Maven Pro"/>
                <a:cs typeface="Maven Pro"/>
                <a:sym typeface="Maven Pr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Maven Pro"/>
              <a:buNone/>
              <a:defRPr b="1" sz="2800">
                <a:solidFill>
                  <a:schemeClr val="dk2"/>
                </a:solidFill>
                <a:latin typeface="Maven Pro"/>
                <a:ea typeface="Maven Pro"/>
                <a:cs typeface="Maven Pro"/>
                <a:sym typeface="Maven Pr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Maven Pro"/>
              <a:buNone/>
              <a:defRPr b="1" sz="2800">
                <a:solidFill>
                  <a:schemeClr val="dk2"/>
                </a:solidFill>
                <a:latin typeface="Maven Pro"/>
                <a:ea typeface="Maven Pro"/>
                <a:cs typeface="Maven Pro"/>
                <a:sym typeface="Maven Pr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Maven Pro"/>
              <a:buNone/>
              <a:defRPr b="1" sz="2800">
                <a:solidFill>
                  <a:schemeClr val="dk2"/>
                </a:solidFill>
                <a:latin typeface="Maven Pro"/>
                <a:ea typeface="Maven Pro"/>
                <a:cs typeface="Maven Pro"/>
                <a:sym typeface="Maven Pr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Maven Pro"/>
              <a:buNone/>
              <a:defRPr b="1" sz="2800">
                <a:solidFill>
                  <a:schemeClr val="dk2"/>
                </a:solidFill>
                <a:latin typeface="Maven Pro"/>
                <a:ea typeface="Maven Pro"/>
                <a:cs typeface="Maven Pro"/>
                <a:sym typeface="Maven Pr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Maven Pro"/>
              <a:buNone/>
              <a:defRPr b="1" sz="2800">
                <a:solidFill>
                  <a:schemeClr val="dk2"/>
                </a:solidFill>
                <a:latin typeface="Maven Pro"/>
                <a:ea typeface="Maven Pro"/>
                <a:cs typeface="Maven Pro"/>
                <a:sym typeface="Maven Pr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Maven Pro"/>
              <a:buNone/>
              <a:defRPr b="1" sz="2800">
                <a:solidFill>
                  <a:schemeClr val="dk2"/>
                </a:solidFill>
                <a:latin typeface="Maven Pro"/>
                <a:ea typeface="Maven Pro"/>
                <a:cs typeface="Maven Pro"/>
                <a:sym typeface="Maven Pr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Maven Pro"/>
              <a:buNone/>
              <a:defRPr b="1" sz="2800">
                <a:solidFill>
                  <a:schemeClr val="dk2"/>
                </a:solidFill>
                <a:latin typeface="Maven Pro"/>
                <a:ea typeface="Maven Pro"/>
                <a:cs typeface="Maven Pro"/>
                <a:sym typeface="Maven Pro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Nunito"/>
              <a:buChar char="●"/>
              <a:defRPr sz="13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indent="-29845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Nunito"/>
              <a:buChar char="○"/>
              <a:defRPr sz="11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indent="-29845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Nunito"/>
              <a:buChar char="■"/>
              <a:defRPr sz="11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indent="-29845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Nunito"/>
              <a:buChar char="●"/>
              <a:defRPr sz="11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indent="-29845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Nunito"/>
              <a:buChar char="○"/>
              <a:defRPr sz="11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indent="-29845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Nunito"/>
              <a:buChar char="■"/>
              <a:defRPr sz="11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indent="-29845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Nunito"/>
              <a:buChar char="●"/>
              <a:defRPr sz="11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indent="-29845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Nunito"/>
              <a:buChar char="○"/>
              <a:defRPr sz="11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indent="-29845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Nunito"/>
              <a:buChar char="■"/>
              <a:defRPr sz="11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51046" y="4736976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9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lvl="1" algn="r">
              <a:buNone/>
              <a:defRPr sz="9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lvl="2" algn="r">
              <a:buNone/>
              <a:defRPr sz="9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lvl="3" algn="r">
              <a:buNone/>
              <a:defRPr sz="9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lvl="4" algn="r">
              <a:buNone/>
              <a:defRPr sz="9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lvl="5" algn="r">
              <a:buNone/>
              <a:defRPr sz="9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lvl="6" algn="r">
              <a:buNone/>
              <a:defRPr sz="9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lvl="7" algn="r">
              <a:buNone/>
              <a:defRPr sz="9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lvl="8" algn="r">
              <a:buNone/>
              <a:defRPr sz="9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2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4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4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4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3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3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3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7.pn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7.png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7.png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6.png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5.png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4.xml"/><Relationship Id="rId3" Type="http://schemas.openxmlformats.org/officeDocument/2006/relationships/image" Target="../media/image8.png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5.xml"/><Relationship Id="rId3" Type="http://schemas.openxmlformats.org/officeDocument/2006/relationships/image" Target="../media/image8.png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7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6" name="Shape 2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7" name="Google Shape;277;p13"/>
          <p:cNvSpPr txBox="1"/>
          <p:nvPr>
            <p:ph type="ctrTitle"/>
          </p:nvPr>
        </p:nvSpPr>
        <p:spPr>
          <a:xfrm>
            <a:off x="824000" y="1613813"/>
            <a:ext cx="4255500" cy="1872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KDA VALIDATION</a:t>
            </a:r>
            <a:endParaRPr/>
          </a:p>
        </p:txBody>
      </p:sp>
      <p:sp>
        <p:nvSpPr>
          <p:cNvPr id="278" name="Google Shape;278;p13"/>
          <p:cNvSpPr txBox="1"/>
          <p:nvPr>
            <p:ph idx="1" type="subTitle"/>
          </p:nvPr>
        </p:nvSpPr>
        <p:spPr>
          <a:xfrm>
            <a:off x="824000" y="3596300"/>
            <a:ext cx="4255500" cy="695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Eric Zhuang 8/10/2026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2" name="Shape 2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3" name="Google Shape;283;p14"/>
          <p:cNvSpPr/>
          <p:nvPr/>
        </p:nvSpPr>
        <p:spPr>
          <a:xfrm>
            <a:off x="441400" y="1343425"/>
            <a:ext cx="2592600" cy="30045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t" bIns="86100" lIns="86100" spcFirstLastPara="1" rIns="86100" wrap="square" tIns="861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300">
              <a:solidFill>
                <a:srgbClr val="FFFFFF"/>
              </a:solidFill>
            </a:endParaRPr>
          </a:p>
        </p:txBody>
      </p:sp>
      <p:sp>
        <p:nvSpPr>
          <p:cNvPr id="284" name="Google Shape;284;p14"/>
          <p:cNvSpPr/>
          <p:nvPr/>
        </p:nvSpPr>
        <p:spPr>
          <a:xfrm>
            <a:off x="3275700" y="1343425"/>
            <a:ext cx="2592600" cy="30045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t" bIns="86100" lIns="86100" spcFirstLastPara="1" rIns="86100" wrap="square" tIns="861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300">
                <a:solidFill>
                  <a:srgbClr val="FFFFFF"/>
                </a:solidFill>
              </a:rPr>
              <a:t>Compare these genes across cell-typ</a:t>
            </a:r>
            <a:r>
              <a:rPr lang="en" sz="2300">
                <a:solidFill>
                  <a:srgbClr val="FFFFFF"/>
                </a:solidFill>
              </a:rPr>
              <a:t>e networks to mitochondrial + OXPHOS</a:t>
            </a:r>
            <a:endParaRPr sz="2300">
              <a:solidFill>
                <a:srgbClr val="FFFFFF"/>
              </a:solidFill>
            </a:endParaRPr>
          </a:p>
        </p:txBody>
      </p:sp>
      <p:sp>
        <p:nvSpPr>
          <p:cNvPr id="285" name="Google Shape;285;p14"/>
          <p:cNvSpPr/>
          <p:nvPr/>
        </p:nvSpPr>
        <p:spPr>
          <a:xfrm>
            <a:off x="6110000" y="1343425"/>
            <a:ext cx="2592600" cy="30045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t" bIns="86100" lIns="86100" spcFirstLastPara="1" rIns="86100" wrap="square" tIns="861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300">
                <a:solidFill>
                  <a:srgbClr val="FFFFFF"/>
                </a:solidFill>
              </a:rPr>
              <a:t>Test these results across sex-APOE group</a:t>
            </a:r>
            <a:endParaRPr sz="2300">
              <a:solidFill>
                <a:srgbClr val="FFFFFF"/>
              </a:solidFill>
            </a:endParaRPr>
          </a:p>
        </p:txBody>
      </p:sp>
      <p:sp>
        <p:nvSpPr>
          <p:cNvPr id="286" name="Google Shape;286;p14"/>
          <p:cNvSpPr/>
          <p:nvPr/>
        </p:nvSpPr>
        <p:spPr>
          <a:xfrm>
            <a:off x="441400" y="1343425"/>
            <a:ext cx="2592600" cy="30045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t" bIns="86100" lIns="86100" spcFirstLastPara="1" rIns="86100" wrap="square" tIns="861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300">
                <a:solidFill>
                  <a:srgbClr val="FFFFFF"/>
                </a:solidFill>
              </a:rPr>
              <a:t>Identify recurring drivers</a:t>
            </a:r>
            <a:endParaRPr sz="2300">
              <a:solidFill>
                <a:srgbClr val="FFFFFF"/>
              </a:solidFill>
            </a:endParaRPr>
          </a:p>
        </p:txBody>
      </p:sp>
      <p:sp>
        <p:nvSpPr>
          <p:cNvPr id="287" name="Google Shape;287;p14"/>
          <p:cNvSpPr txBox="1"/>
          <p:nvPr>
            <p:ph type="title"/>
          </p:nvPr>
        </p:nvSpPr>
        <p:spPr>
          <a:xfrm>
            <a:off x="398352" y="-274506"/>
            <a:ext cx="5857800" cy="1872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500"/>
              <a:t>Post-KDA Analysis Outline:</a:t>
            </a:r>
            <a:endParaRPr b="1" sz="250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1" name="Shape 2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2" name="Google Shape;292;p15"/>
          <p:cNvSpPr txBox="1"/>
          <p:nvPr>
            <p:ph type="title"/>
          </p:nvPr>
        </p:nvSpPr>
        <p:spPr>
          <a:xfrm>
            <a:off x="121200" y="657200"/>
            <a:ext cx="3727200" cy="718200"/>
          </a:xfrm>
          <a:prstGeom prst="rect">
            <a:avLst/>
          </a:prstGeom>
          <a:solidFill>
            <a:schemeClr val="lt1"/>
          </a:solidFill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400"/>
              <a:t>Revised Circular Figure</a:t>
            </a:r>
            <a:endParaRPr/>
          </a:p>
        </p:txBody>
      </p:sp>
      <p:pic>
        <p:nvPicPr>
          <p:cNvPr id="293" name="Google Shape;293;p15" title="phase12_kda_reduced_circular_ACAT.png"/>
          <p:cNvPicPr preferRelativeResize="0"/>
          <p:nvPr/>
        </p:nvPicPr>
        <p:blipFill rotWithShape="1">
          <a:blip r:embed="rId3">
            <a:alphaModFix/>
          </a:blip>
          <a:srcRect b="4671" l="10038" r="9910" t="15489"/>
          <a:stretch/>
        </p:blipFill>
        <p:spPr>
          <a:xfrm>
            <a:off x="3926040" y="0"/>
            <a:ext cx="5157309" cy="5143501"/>
          </a:xfrm>
          <a:prstGeom prst="rect">
            <a:avLst/>
          </a:prstGeom>
          <a:noFill/>
          <a:ln>
            <a:noFill/>
          </a:ln>
        </p:spPr>
      </p:pic>
      <p:sp>
        <p:nvSpPr>
          <p:cNvPr id="294" name="Google Shape;294;p15"/>
          <p:cNvSpPr txBox="1"/>
          <p:nvPr>
            <p:ph type="title"/>
          </p:nvPr>
        </p:nvSpPr>
        <p:spPr>
          <a:xfrm>
            <a:off x="69075" y="1685425"/>
            <a:ext cx="3652500" cy="2203500"/>
          </a:xfrm>
          <a:prstGeom prst="rect">
            <a:avLst/>
          </a:prstGeom>
          <a:noFill/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467">
                <a:latin typeface="Nunito"/>
                <a:ea typeface="Nunito"/>
                <a:cs typeface="Nunito"/>
                <a:sym typeface="Nunito"/>
              </a:rPr>
              <a:t>Recurrent mitochondrial KDA evidence across brain cell networks</a:t>
            </a:r>
            <a:endParaRPr sz="1467">
              <a:latin typeface="Nunito"/>
              <a:ea typeface="Nunito"/>
              <a:cs typeface="Nunito"/>
              <a:sym typeface="Nunito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67">
              <a:latin typeface="Nunito"/>
              <a:ea typeface="Nunito"/>
              <a:cs typeface="Nunito"/>
              <a:sym typeface="Nunito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lang="en" sz="944">
                <a:latin typeface="Nunito"/>
                <a:ea typeface="Nunito"/>
                <a:cs typeface="Nunito"/>
                <a:sym typeface="Nunito"/>
              </a:rPr>
              <a:t>Top 3 coverage-qualified drivers per network, ranked by combined ACAT P</a:t>
            </a:r>
            <a:endParaRPr b="0" sz="944">
              <a:latin typeface="Nunito"/>
              <a:ea typeface="Nunito"/>
              <a:cs typeface="Nunito"/>
              <a:sym typeface="Nuni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8" name="Shape 2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9" name="Google Shape;299;p16"/>
          <p:cNvSpPr txBox="1"/>
          <p:nvPr>
            <p:ph type="title"/>
          </p:nvPr>
        </p:nvSpPr>
        <p:spPr>
          <a:xfrm>
            <a:off x="0" y="0"/>
            <a:ext cx="9090000" cy="999300"/>
          </a:xfrm>
          <a:prstGeom prst="rect">
            <a:avLst/>
          </a:prstGeom>
          <a:solidFill>
            <a:schemeClr val="dk1"/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chemeClr val="lt1"/>
                </a:solidFill>
              </a:rPr>
              <a:t>Revised Circular Figure (</a:t>
            </a:r>
            <a:r>
              <a:rPr lang="en">
                <a:solidFill>
                  <a:schemeClr val="lt1"/>
                </a:solidFill>
              </a:rPr>
              <a:t>Setup</a:t>
            </a:r>
            <a:r>
              <a:rPr b="1" lang="en">
                <a:solidFill>
                  <a:schemeClr val="lt1"/>
                </a:solidFill>
              </a:rPr>
              <a:t>)</a:t>
            </a:r>
            <a:endParaRPr b="1">
              <a:solidFill>
                <a:schemeClr val="lt1"/>
              </a:solidFill>
            </a:endParaRPr>
          </a:p>
        </p:txBody>
      </p:sp>
      <p:sp>
        <p:nvSpPr>
          <p:cNvPr id="300" name="Google Shape;300;p16"/>
          <p:cNvSpPr txBox="1"/>
          <p:nvPr>
            <p:ph idx="1" type="body"/>
          </p:nvPr>
        </p:nvSpPr>
        <p:spPr>
          <a:xfrm>
            <a:off x="0" y="993150"/>
            <a:ext cx="8872500" cy="3867000"/>
          </a:xfrm>
          <a:prstGeom prst="rect">
            <a:avLst/>
          </a:prstGeom>
          <a:solidFill>
            <a:schemeClr val="lt1"/>
          </a:solidFill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300"/>
          </a:p>
          <a:p>
            <a:pPr indent="-374650" lvl="0" marL="457200" rtl="0" algn="l">
              <a:spcBef>
                <a:spcPts val="1200"/>
              </a:spcBef>
              <a:spcAft>
                <a:spcPts val="0"/>
              </a:spcAft>
              <a:buSzPts val="2300"/>
              <a:buChar char="❏"/>
            </a:pPr>
            <a:r>
              <a:rPr b="1" lang="en" sz="2300"/>
              <a:t>7 eligible broad cell type networks</a:t>
            </a:r>
            <a:endParaRPr b="1" sz="2300"/>
          </a:p>
          <a:p>
            <a:pPr indent="0" lvl="0" marL="45720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b="1" sz="2300"/>
          </a:p>
          <a:p>
            <a:pPr indent="-374650" lvl="0" marL="457200" rtl="0" algn="l">
              <a:spcBef>
                <a:spcPts val="1200"/>
              </a:spcBef>
              <a:spcAft>
                <a:spcPts val="0"/>
              </a:spcAft>
              <a:buSzPts val="2300"/>
              <a:buChar char="❏"/>
            </a:pPr>
            <a:r>
              <a:rPr b="1" lang="en" sz="2300"/>
              <a:t>3 drivers per network, ranked by ACAT p-value</a:t>
            </a:r>
            <a:endParaRPr b="1" sz="2300"/>
          </a:p>
          <a:p>
            <a:pPr indent="0" lvl="0" marL="45720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b="1" sz="2300"/>
          </a:p>
          <a:p>
            <a:pPr indent="-374650" lvl="0" marL="457200" rtl="0" algn="l">
              <a:spcBef>
                <a:spcPts val="1200"/>
              </a:spcBef>
              <a:spcAft>
                <a:spcPts val="0"/>
              </a:spcAft>
              <a:buSzPts val="2300"/>
              <a:buChar char="❏"/>
            </a:pPr>
            <a:r>
              <a:rPr b="1" lang="en" sz="2300"/>
              <a:t>Central links represent shared drivers across networks</a:t>
            </a:r>
            <a:endParaRPr b="1" sz="230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4" name="Shape 3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5" name="Google Shape;305;p17"/>
          <p:cNvSpPr txBox="1"/>
          <p:nvPr>
            <p:ph type="title"/>
          </p:nvPr>
        </p:nvSpPr>
        <p:spPr>
          <a:xfrm>
            <a:off x="0" y="0"/>
            <a:ext cx="9144000" cy="999300"/>
          </a:xfrm>
          <a:prstGeom prst="rect">
            <a:avLst/>
          </a:prstGeom>
          <a:solidFill>
            <a:schemeClr val="dk1"/>
          </a:solidFill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lt1"/>
                </a:solidFill>
              </a:rPr>
              <a:t>Revised Circular Figure (Conclusions)</a:t>
            </a:r>
            <a:endParaRPr>
              <a:solidFill>
                <a:schemeClr val="lt1"/>
              </a:solidFill>
            </a:endParaRPr>
          </a:p>
        </p:txBody>
      </p:sp>
      <p:sp>
        <p:nvSpPr>
          <p:cNvPr id="306" name="Google Shape;306;p17"/>
          <p:cNvSpPr txBox="1"/>
          <p:nvPr>
            <p:ph idx="1" type="body"/>
          </p:nvPr>
        </p:nvSpPr>
        <p:spPr>
          <a:xfrm>
            <a:off x="18300" y="999300"/>
            <a:ext cx="9107400" cy="4144200"/>
          </a:xfrm>
          <a:prstGeom prst="rect">
            <a:avLst/>
          </a:prstGeom>
          <a:solidFill>
            <a:schemeClr val="lt1"/>
          </a:solidFill>
        </p:spPr>
        <p:txBody>
          <a:bodyPr anchorCtr="0" anchor="t" bIns="91425" lIns="91425" spcFirstLastPara="1" rIns="91425" wrap="square" tIns="91425">
            <a:normAutofit lnSpcReduction="20000"/>
          </a:bodyPr>
          <a:lstStyle/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743"/>
          </a:p>
          <a:p>
            <a:pPr indent="-374650" lvl="0" marL="457200" rtl="0" algn="l">
              <a:spcBef>
                <a:spcPts val="1200"/>
              </a:spcBef>
              <a:spcAft>
                <a:spcPts val="0"/>
              </a:spcAft>
              <a:buSzPts val="2300"/>
              <a:buChar char="❏"/>
            </a:pPr>
            <a:r>
              <a:rPr b="1" lang="en" sz="2300"/>
              <a:t>10 unique genes identified</a:t>
            </a:r>
            <a:endParaRPr b="1" sz="2300"/>
          </a:p>
          <a:p>
            <a:pPr indent="0" lvl="0" marL="45720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b="1" sz="2300"/>
          </a:p>
          <a:p>
            <a:pPr indent="-374650" lvl="0" marL="457200" rtl="0" algn="l">
              <a:spcBef>
                <a:spcPts val="1200"/>
              </a:spcBef>
              <a:spcAft>
                <a:spcPts val="0"/>
              </a:spcAft>
              <a:buSzPts val="2300"/>
              <a:buChar char="❏"/>
            </a:pPr>
            <a:r>
              <a:rPr b="1" lang="en" sz="2300"/>
              <a:t>17/21 sectors are mtDNA</a:t>
            </a:r>
            <a:endParaRPr b="1" sz="2300"/>
          </a:p>
          <a:p>
            <a:pPr indent="0" lvl="0" marL="45720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b="1" sz="2300"/>
          </a:p>
          <a:p>
            <a:pPr indent="-374650" lvl="0" marL="457200" rtl="0" algn="l">
              <a:spcBef>
                <a:spcPts val="1200"/>
              </a:spcBef>
              <a:spcAft>
                <a:spcPts val="0"/>
              </a:spcAft>
              <a:buSzPts val="2300"/>
              <a:buChar char="❏"/>
            </a:pPr>
            <a:r>
              <a:rPr b="1" lang="en" sz="2300"/>
              <a:t>MT-CO2 appears in 6 broad-cell types</a:t>
            </a:r>
            <a:endParaRPr b="1" sz="2300"/>
          </a:p>
          <a:p>
            <a:pPr indent="0" lvl="0" marL="45720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b="1" sz="2300"/>
          </a:p>
          <a:p>
            <a:pPr indent="-374650" lvl="0" marL="457200" rtl="0" algn="l">
              <a:spcBef>
                <a:spcPts val="1200"/>
              </a:spcBef>
              <a:spcAft>
                <a:spcPts val="0"/>
              </a:spcAft>
              <a:buSzPts val="2300"/>
              <a:buChar char="❏"/>
            </a:pPr>
            <a:r>
              <a:rPr b="1" lang="en" sz="2300"/>
              <a:t>MT-CO3, MT-ATP6, MT-CYB, and MT-ND4 appear often as well</a:t>
            </a:r>
            <a:endParaRPr b="1" sz="230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10" name="Shape 3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11" name="Google Shape;311;p18" title="phase12_kda_sex_apoe.png"/>
          <p:cNvPicPr preferRelativeResize="0"/>
          <p:nvPr/>
        </p:nvPicPr>
        <p:blipFill rotWithShape="1">
          <a:blip r:embed="rId3">
            <a:alphaModFix/>
          </a:blip>
          <a:srcRect b="6096" l="6697" r="6096" t="12078"/>
          <a:stretch/>
        </p:blipFill>
        <p:spPr>
          <a:xfrm>
            <a:off x="3221600" y="328000"/>
            <a:ext cx="5696476" cy="4815498"/>
          </a:xfrm>
          <a:prstGeom prst="rect">
            <a:avLst/>
          </a:prstGeom>
          <a:noFill/>
          <a:ln>
            <a:noFill/>
          </a:ln>
        </p:spPr>
      </p:pic>
      <p:sp>
        <p:nvSpPr>
          <p:cNvPr id="312" name="Google Shape;312;p18"/>
          <p:cNvSpPr txBox="1"/>
          <p:nvPr/>
        </p:nvSpPr>
        <p:spPr>
          <a:xfrm>
            <a:off x="3794450" y="4160025"/>
            <a:ext cx="777600" cy="9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00">
              <a:solidFill>
                <a:schemeClr val="dk2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313" name="Google Shape;313;p18"/>
          <p:cNvSpPr txBox="1"/>
          <p:nvPr>
            <p:ph type="title"/>
          </p:nvPr>
        </p:nvSpPr>
        <p:spPr>
          <a:xfrm>
            <a:off x="0" y="1598348"/>
            <a:ext cx="3108000" cy="1542000"/>
          </a:xfrm>
          <a:prstGeom prst="rect">
            <a:avLst/>
          </a:prstGeom>
          <a:solidFill>
            <a:schemeClr val="lt1"/>
          </a:solidFill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/>
              <a:t>Sex-APOE Validation (Setup)</a:t>
            </a:r>
            <a:endParaRPr sz="2500"/>
          </a:p>
        </p:txBody>
      </p:sp>
      <p:pic>
        <p:nvPicPr>
          <p:cNvPr id="314" name="Google Shape;314;p18" title="phase12_kda_sex_apoe.png"/>
          <p:cNvPicPr preferRelativeResize="0"/>
          <p:nvPr/>
        </p:nvPicPr>
        <p:blipFill rotWithShape="1">
          <a:blip r:embed="rId3">
            <a:alphaModFix/>
          </a:blip>
          <a:srcRect b="90470" l="6697" r="6096" t="2885"/>
          <a:stretch/>
        </p:blipFill>
        <p:spPr>
          <a:xfrm>
            <a:off x="3221600" y="-15150"/>
            <a:ext cx="5696476" cy="3755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18" name="Shape 3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9" name="Google Shape;319;p19"/>
          <p:cNvSpPr txBox="1"/>
          <p:nvPr>
            <p:ph type="title"/>
          </p:nvPr>
        </p:nvSpPr>
        <p:spPr>
          <a:xfrm>
            <a:off x="0" y="0"/>
            <a:ext cx="9144000" cy="999300"/>
          </a:xfrm>
          <a:prstGeom prst="rect">
            <a:avLst/>
          </a:prstGeom>
          <a:solidFill>
            <a:schemeClr val="dk1"/>
          </a:solidFill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lt1"/>
                </a:solidFill>
              </a:rPr>
              <a:t>Sex-APOE Validation (Conclusions)</a:t>
            </a:r>
            <a:endParaRPr>
              <a:solidFill>
                <a:schemeClr val="lt1"/>
              </a:solidFill>
            </a:endParaRPr>
          </a:p>
        </p:txBody>
      </p:sp>
      <p:sp>
        <p:nvSpPr>
          <p:cNvPr id="320" name="Google Shape;320;p19"/>
          <p:cNvSpPr txBox="1"/>
          <p:nvPr>
            <p:ph idx="1" type="body"/>
          </p:nvPr>
        </p:nvSpPr>
        <p:spPr>
          <a:xfrm>
            <a:off x="0" y="999300"/>
            <a:ext cx="9144000" cy="4042500"/>
          </a:xfrm>
          <a:prstGeom prst="rect">
            <a:avLst/>
          </a:prstGeom>
          <a:solidFill>
            <a:schemeClr val="lt1"/>
          </a:solidFill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300"/>
          </a:p>
          <a:p>
            <a:pPr indent="-374650" lvl="0" marL="457200" rtl="0" algn="l">
              <a:spcBef>
                <a:spcPts val="1200"/>
              </a:spcBef>
              <a:spcAft>
                <a:spcPts val="0"/>
              </a:spcAft>
              <a:buSzPts val="2300"/>
              <a:buChar char="❏"/>
            </a:pPr>
            <a:r>
              <a:rPr b="1" lang="en" sz="2300"/>
              <a:t>Female ε2: Support upregulation in significant runs across astrocyte and excitatory neurons</a:t>
            </a:r>
            <a:endParaRPr b="1" sz="2300"/>
          </a:p>
          <a:p>
            <a:pPr indent="0" lvl="0" marL="45720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b="1" sz="2300"/>
          </a:p>
          <a:p>
            <a:pPr indent="-374650" lvl="0" marL="457200" rtl="0" algn="l">
              <a:spcBef>
                <a:spcPts val="1200"/>
              </a:spcBef>
              <a:spcAft>
                <a:spcPts val="0"/>
              </a:spcAft>
              <a:buSzPts val="2300"/>
              <a:buChar char="❏"/>
            </a:pPr>
            <a:r>
              <a:rPr b="1" lang="en" sz="2300"/>
              <a:t>Male ε2: Support downregulation in 4 cell types</a:t>
            </a:r>
            <a:endParaRPr b="1" sz="230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24" name="Shape 3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5" name="Google Shape;325;p20"/>
          <p:cNvSpPr txBox="1"/>
          <p:nvPr>
            <p:ph type="title"/>
          </p:nvPr>
        </p:nvSpPr>
        <p:spPr>
          <a:xfrm>
            <a:off x="0" y="0"/>
            <a:ext cx="9144000" cy="504300"/>
          </a:xfrm>
          <a:prstGeom prst="rect">
            <a:avLst/>
          </a:prstGeom>
          <a:solidFill>
            <a:schemeClr val="dk1"/>
          </a:solidFill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>
                <a:solidFill>
                  <a:schemeClr val="lt1"/>
                </a:solidFill>
              </a:rPr>
              <a:t>Bayesian Network Analysis on KDA </a:t>
            </a:r>
            <a:r>
              <a:rPr lang="en" sz="2500">
                <a:solidFill>
                  <a:schemeClr val="lt1"/>
                </a:solidFill>
              </a:rPr>
              <a:t>Conclusions</a:t>
            </a:r>
            <a:endParaRPr sz="2500">
              <a:solidFill>
                <a:schemeClr val="lt1"/>
              </a:solidFill>
            </a:endParaRPr>
          </a:p>
        </p:txBody>
      </p:sp>
      <p:pic>
        <p:nvPicPr>
          <p:cNvPr id="326" name="Google Shape;326;p20" title="phase12_kda_wang_subnetworks.png"/>
          <p:cNvPicPr preferRelativeResize="0"/>
          <p:nvPr/>
        </p:nvPicPr>
        <p:blipFill rotWithShape="1">
          <a:blip r:embed="rId3">
            <a:alphaModFix/>
          </a:blip>
          <a:srcRect b="96377" l="0" r="0" t="0"/>
          <a:stretch/>
        </p:blipFill>
        <p:spPr>
          <a:xfrm>
            <a:off x="0" y="596850"/>
            <a:ext cx="9144003" cy="251526"/>
          </a:xfrm>
          <a:prstGeom prst="rect">
            <a:avLst/>
          </a:prstGeom>
          <a:noFill/>
          <a:ln>
            <a:noFill/>
          </a:ln>
        </p:spPr>
      </p:pic>
      <p:pic>
        <p:nvPicPr>
          <p:cNvPr id="327" name="Google Shape;327;p20" title="phase12_kda_wang_subnetworks.png"/>
          <p:cNvPicPr preferRelativeResize="0"/>
          <p:nvPr/>
        </p:nvPicPr>
        <p:blipFill rotWithShape="1">
          <a:blip r:embed="rId3">
            <a:alphaModFix/>
          </a:blip>
          <a:srcRect b="0" l="0" r="0" t="89295"/>
          <a:stretch/>
        </p:blipFill>
        <p:spPr>
          <a:xfrm>
            <a:off x="37550" y="4459826"/>
            <a:ext cx="9144003" cy="683676"/>
          </a:xfrm>
          <a:prstGeom prst="rect">
            <a:avLst/>
          </a:prstGeom>
          <a:noFill/>
          <a:ln>
            <a:noFill/>
          </a:ln>
        </p:spPr>
      </p:pic>
      <p:pic>
        <p:nvPicPr>
          <p:cNvPr id="328" name="Google Shape;328;p20" title="phase12_kda_wang_subnetworks.png"/>
          <p:cNvPicPr preferRelativeResize="0"/>
          <p:nvPr/>
        </p:nvPicPr>
        <p:blipFill rotWithShape="1">
          <a:blip r:embed="rId3">
            <a:alphaModFix/>
          </a:blip>
          <a:srcRect b="57710" l="0" r="50000" t="3082"/>
          <a:stretch/>
        </p:blipFill>
        <p:spPr>
          <a:xfrm>
            <a:off x="1379925" y="894712"/>
            <a:ext cx="6196398" cy="351877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32" name="Shape 3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3" name="Google Shape;333;p21"/>
          <p:cNvSpPr txBox="1"/>
          <p:nvPr>
            <p:ph type="title"/>
          </p:nvPr>
        </p:nvSpPr>
        <p:spPr>
          <a:xfrm>
            <a:off x="0" y="0"/>
            <a:ext cx="9144000" cy="504300"/>
          </a:xfrm>
          <a:prstGeom prst="rect">
            <a:avLst/>
          </a:prstGeom>
          <a:solidFill>
            <a:schemeClr val="dk1"/>
          </a:solidFill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>
                <a:solidFill>
                  <a:schemeClr val="lt1"/>
                </a:solidFill>
              </a:rPr>
              <a:t>Bayesian Network Analysis on KDA Conclusions</a:t>
            </a:r>
            <a:endParaRPr sz="2500">
              <a:solidFill>
                <a:schemeClr val="lt1"/>
              </a:solidFill>
            </a:endParaRPr>
          </a:p>
        </p:txBody>
      </p:sp>
      <p:pic>
        <p:nvPicPr>
          <p:cNvPr id="334" name="Google Shape;334;p21" title="phase12_kda_wang_subnetworks.png"/>
          <p:cNvPicPr preferRelativeResize="0"/>
          <p:nvPr/>
        </p:nvPicPr>
        <p:blipFill rotWithShape="1">
          <a:blip r:embed="rId3">
            <a:alphaModFix/>
          </a:blip>
          <a:srcRect b="96377" l="0" r="0" t="0"/>
          <a:stretch/>
        </p:blipFill>
        <p:spPr>
          <a:xfrm>
            <a:off x="0" y="596850"/>
            <a:ext cx="9144003" cy="251526"/>
          </a:xfrm>
          <a:prstGeom prst="rect">
            <a:avLst/>
          </a:prstGeom>
          <a:noFill/>
          <a:ln>
            <a:noFill/>
          </a:ln>
        </p:spPr>
      </p:pic>
      <p:pic>
        <p:nvPicPr>
          <p:cNvPr id="335" name="Google Shape;335;p21" title="phase12_kda_wang_subnetworks.png"/>
          <p:cNvPicPr preferRelativeResize="0"/>
          <p:nvPr/>
        </p:nvPicPr>
        <p:blipFill rotWithShape="1">
          <a:blip r:embed="rId3">
            <a:alphaModFix/>
          </a:blip>
          <a:srcRect b="0" l="0" r="0" t="89295"/>
          <a:stretch/>
        </p:blipFill>
        <p:spPr>
          <a:xfrm>
            <a:off x="37550" y="4459826"/>
            <a:ext cx="9144003" cy="683676"/>
          </a:xfrm>
          <a:prstGeom prst="rect">
            <a:avLst/>
          </a:prstGeom>
          <a:noFill/>
          <a:ln>
            <a:noFill/>
          </a:ln>
        </p:spPr>
      </p:pic>
      <p:pic>
        <p:nvPicPr>
          <p:cNvPr id="336" name="Google Shape;336;p21" title="phase12_kda_wang_subnetworks.png"/>
          <p:cNvPicPr preferRelativeResize="0"/>
          <p:nvPr/>
        </p:nvPicPr>
        <p:blipFill rotWithShape="1">
          <a:blip r:embed="rId3">
            <a:alphaModFix/>
          </a:blip>
          <a:srcRect b="57711" l="50000" r="0" t="4433"/>
          <a:stretch/>
        </p:blipFill>
        <p:spPr>
          <a:xfrm>
            <a:off x="1343225" y="940925"/>
            <a:ext cx="6121805" cy="35189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40" name="Shape 3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1" name="Google Shape;341;p22"/>
          <p:cNvSpPr txBox="1"/>
          <p:nvPr>
            <p:ph type="title"/>
          </p:nvPr>
        </p:nvSpPr>
        <p:spPr>
          <a:xfrm>
            <a:off x="0" y="0"/>
            <a:ext cx="9144000" cy="655800"/>
          </a:xfrm>
          <a:prstGeom prst="rect">
            <a:avLst/>
          </a:prstGeom>
          <a:solidFill>
            <a:schemeClr val="dk1"/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>
                <a:solidFill>
                  <a:schemeClr val="lt1"/>
                </a:solidFill>
              </a:rPr>
              <a:t>Bayesian Network Analysis (interpretation)</a:t>
            </a:r>
            <a:endParaRPr sz="2500">
              <a:solidFill>
                <a:schemeClr val="lt1"/>
              </a:solidFill>
            </a:endParaRPr>
          </a:p>
        </p:txBody>
      </p:sp>
      <p:sp>
        <p:nvSpPr>
          <p:cNvPr id="342" name="Google Shape;342;p22"/>
          <p:cNvSpPr txBox="1"/>
          <p:nvPr>
            <p:ph idx="1" type="body"/>
          </p:nvPr>
        </p:nvSpPr>
        <p:spPr>
          <a:xfrm>
            <a:off x="0" y="655800"/>
            <a:ext cx="9099900" cy="4439100"/>
          </a:xfrm>
          <a:prstGeom prst="rect">
            <a:avLst/>
          </a:prstGeom>
          <a:solidFill>
            <a:schemeClr val="lt1"/>
          </a:solidFill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300"/>
          </a:p>
          <a:p>
            <a:pPr indent="-374650" lvl="0" marL="457200" rtl="0" algn="l">
              <a:spcBef>
                <a:spcPts val="1200"/>
              </a:spcBef>
              <a:spcAft>
                <a:spcPts val="0"/>
              </a:spcAft>
              <a:buSzPts val="2300"/>
              <a:buChar char="❏"/>
            </a:pPr>
            <a:r>
              <a:rPr b="1" lang="en" sz="2300"/>
              <a:t>APOE, astrocytes:</a:t>
            </a:r>
            <a:endParaRPr b="1" sz="2300"/>
          </a:p>
          <a:p>
            <a:pPr indent="-374650" lvl="1" marL="914400" rtl="0" algn="l">
              <a:spcBef>
                <a:spcPts val="0"/>
              </a:spcBef>
              <a:spcAft>
                <a:spcPts val="0"/>
              </a:spcAft>
              <a:buSzPts val="2300"/>
              <a:buChar char="❏"/>
            </a:pPr>
            <a:r>
              <a:rPr b="1" lang="en" sz="2300"/>
              <a:t>Direct network regulation of TUFM and ATP5PB</a:t>
            </a:r>
            <a:endParaRPr b="1" sz="2300"/>
          </a:p>
          <a:p>
            <a:pPr indent="-374650" lvl="1" marL="914400" rtl="0" algn="l">
              <a:spcBef>
                <a:spcPts val="0"/>
              </a:spcBef>
              <a:spcAft>
                <a:spcPts val="0"/>
              </a:spcAft>
              <a:buSzPts val="2300"/>
              <a:buChar char="❏"/>
            </a:pPr>
            <a:r>
              <a:rPr b="1" lang="en" sz="2300"/>
              <a:t>Indirect regulation of ATP5F1A via LDHB</a:t>
            </a:r>
            <a:endParaRPr b="1" sz="2300"/>
          </a:p>
          <a:p>
            <a:pPr indent="0" lvl="0" marL="91440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b="1" sz="2300"/>
          </a:p>
          <a:p>
            <a:pPr indent="-374650" lvl="0" marL="457200" rtl="0" algn="l">
              <a:spcBef>
                <a:spcPts val="1200"/>
              </a:spcBef>
              <a:spcAft>
                <a:spcPts val="0"/>
              </a:spcAft>
              <a:buSzPts val="2300"/>
              <a:buChar char="❏"/>
            </a:pPr>
            <a:r>
              <a:rPr b="1" lang="en" sz="2300"/>
              <a:t>LAMTOR5, exc. Neuron</a:t>
            </a:r>
            <a:endParaRPr b="1" sz="2300"/>
          </a:p>
          <a:p>
            <a:pPr indent="-374650" lvl="1" marL="914400" rtl="0" algn="l">
              <a:spcBef>
                <a:spcPts val="0"/>
              </a:spcBef>
              <a:spcAft>
                <a:spcPts val="0"/>
              </a:spcAft>
              <a:buSzPts val="2300"/>
              <a:buChar char="❏"/>
            </a:pPr>
            <a:r>
              <a:rPr b="1" lang="en" sz="2300"/>
              <a:t>Connected to ATP5IF1</a:t>
            </a:r>
            <a:endParaRPr b="1" sz="2300"/>
          </a:p>
          <a:p>
            <a:pPr indent="-374650" lvl="1" marL="914400" rtl="0" algn="l">
              <a:spcBef>
                <a:spcPts val="0"/>
              </a:spcBef>
              <a:spcAft>
                <a:spcPts val="0"/>
              </a:spcAft>
              <a:buSzPts val="2300"/>
              <a:buChar char="❏"/>
            </a:pPr>
            <a:r>
              <a:rPr b="1" lang="en" sz="2300"/>
              <a:t>Connected to ATP5MC2 via POP7</a:t>
            </a:r>
            <a:endParaRPr b="1" sz="230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46" name="Shape 3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7" name="Google Shape;347;p23"/>
          <p:cNvSpPr txBox="1"/>
          <p:nvPr>
            <p:ph type="title"/>
          </p:nvPr>
        </p:nvSpPr>
        <p:spPr>
          <a:xfrm>
            <a:off x="0" y="0"/>
            <a:ext cx="9144000" cy="504300"/>
          </a:xfrm>
          <a:prstGeom prst="rect">
            <a:avLst/>
          </a:prstGeom>
          <a:solidFill>
            <a:schemeClr val="dk1"/>
          </a:solidFill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>
                <a:solidFill>
                  <a:schemeClr val="lt1"/>
                </a:solidFill>
              </a:rPr>
              <a:t>Bayesian Network Analysis on KDA </a:t>
            </a:r>
            <a:r>
              <a:rPr lang="en" sz="2500">
                <a:solidFill>
                  <a:schemeClr val="lt1"/>
                </a:solidFill>
              </a:rPr>
              <a:t>Conclusions</a:t>
            </a:r>
            <a:endParaRPr sz="2500">
              <a:solidFill>
                <a:schemeClr val="lt1"/>
              </a:solidFill>
            </a:endParaRPr>
          </a:p>
        </p:txBody>
      </p:sp>
      <p:pic>
        <p:nvPicPr>
          <p:cNvPr id="348" name="Google Shape;348;p23" title="phase12_kda_wang_subnetworks.png"/>
          <p:cNvPicPr preferRelativeResize="0"/>
          <p:nvPr/>
        </p:nvPicPr>
        <p:blipFill rotWithShape="1">
          <a:blip r:embed="rId3">
            <a:alphaModFix/>
          </a:blip>
          <a:srcRect b="0" l="0" r="0" t="45557"/>
          <a:stretch/>
        </p:blipFill>
        <p:spPr>
          <a:xfrm>
            <a:off x="0" y="777000"/>
            <a:ext cx="9144003" cy="347697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52" name="Shape 3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3" name="Google Shape;353;p24"/>
          <p:cNvSpPr txBox="1"/>
          <p:nvPr>
            <p:ph type="title"/>
          </p:nvPr>
        </p:nvSpPr>
        <p:spPr>
          <a:xfrm>
            <a:off x="0" y="0"/>
            <a:ext cx="9144000" cy="999300"/>
          </a:xfrm>
          <a:prstGeom prst="rect">
            <a:avLst/>
          </a:prstGeom>
          <a:solidFill>
            <a:schemeClr val="dk1"/>
          </a:solidFill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>
                <a:solidFill>
                  <a:schemeClr val="lt1"/>
                </a:solidFill>
              </a:rPr>
              <a:t>Bayesian Network Analysis (interpretation)</a:t>
            </a:r>
            <a:endParaRPr sz="2500">
              <a:solidFill>
                <a:schemeClr val="lt1"/>
              </a:solidFill>
            </a:endParaRPr>
          </a:p>
        </p:txBody>
      </p:sp>
      <p:sp>
        <p:nvSpPr>
          <p:cNvPr id="354" name="Google Shape;354;p24"/>
          <p:cNvSpPr txBox="1"/>
          <p:nvPr>
            <p:ph idx="1" type="body"/>
          </p:nvPr>
        </p:nvSpPr>
        <p:spPr>
          <a:xfrm>
            <a:off x="0" y="999300"/>
            <a:ext cx="9084600" cy="4103100"/>
          </a:xfrm>
          <a:prstGeom prst="rect">
            <a:avLst/>
          </a:prstGeom>
          <a:solidFill>
            <a:schemeClr val="lt1"/>
          </a:solidFill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300"/>
          </a:p>
          <a:p>
            <a:pPr indent="-374650" lvl="0" marL="457200" rtl="0" algn="l">
              <a:spcBef>
                <a:spcPts val="1200"/>
              </a:spcBef>
              <a:spcAft>
                <a:spcPts val="0"/>
              </a:spcAft>
              <a:buSzPts val="2300"/>
              <a:buChar char="❏"/>
            </a:pPr>
            <a:r>
              <a:rPr b="1" lang="en" sz="2300"/>
              <a:t>GABARAPL2, excitatory:</a:t>
            </a:r>
            <a:endParaRPr b="1" sz="2300"/>
          </a:p>
          <a:p>
            <a:pPr indent="-374650" lvl="1" marL="914400" rtl="0" algn="l">
              <a:spcBef>
                <a:spcPts val="0"/>
              </a:spcBef>
              <a:spcAft>
                <a:spcPts val="0"/>
              </a:spcAft>
              <a:buSzPts val="2300"/>
              <a:buChar char="❏"/>
            </a:pPr>
            <a:r>
              <a:rPr b="1" lang="en" sz="2300"/>
              <a:t>Regulates,</a:t>
            </a:r>
            <a:r>
              <a:rPr b="1" lang="en" sz="2300"/>
              <a:t> CHCHD2 which controls </a:t>
            </a:r>
            <a:r>
              <a:rPr b="1" lang="en" sz="2300"/>
              <a:t>ATP5MC3; </a:t>
            </a:r>
            <a:endParaRPr b="1" sz="2300"/>
          </a:p>
          <a:p>
            <a:pPr indent="-374650" lvl="1" marL="914400" rtl="0" algn="l">
              <a:spcBef>
                <a:spcPts val="0"/>
              </a:spcBef>
              <a:spcAft>
                <a:spcPts val="0"/>
              </a:spcAft>
              <a:buSzPts val="2300"/>
              <a:buChar char="❏"/>
            </a:pPr>
            <a:r>
              <a:rPr b="1" lang="en" sz="2300"/>
              <a:t>Regulates PARK7 via </a:t>
            </a:r>
            <a:r>
              <a:rPr b="1" lang="en" sz="2300"/>
              <a:t>MAGEF1/SNAPC5</a:t>
            </a:r>
            <a:endParaRPr b="1" sz="2300"/>
          </a:p>
          <a:p>
            <a:pPr indent="0" lvl="0" marL="91440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b="1" sz="2300"/>
          </a:p>
          <a:p>
            <a:pPr indent="-374650" lvl="0" marL="457200" rtl="0" algn="l">
              <a:spcBef>
                <a:spcPts val="1200"/>
              </a:spcBef>
              <a:spcAft>
                <a:spcPts val="0"/>
              </a:spcAft>
              <a:buSzPts val="2300"/>
              <a:buChar char="❏"/>
            </a:pPr>
            <a:r>
              <a:rPr b="1" lang="en" sz="2300"/>
              <a:t>Results identify genes for analysis</a:t>
            </a:r>
            <a:endParaRPr b="1" sz="230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58" name="Shape 3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9" name="Google Shape;359;p25"/>
          <p:cNvSpPr txBox="1"/>
          <p:nvPr>
            <p:ph type="title"/>
          </p:nvPr>
        </p:nvSpPr>
        <p:spPr>
          <a:xfrm>
            <a:off x="0" y="0"/>
            <a:ext cx="9144000" cy="557400"/>
          </a:xfrm>
          <a:prstGeom prst="rect">
            <a:avLst/>
          </a:prstGeom>
          <a:solidFill>
            <a:schemeClr val="dk1"/>
          </a:solidFill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>
                <a:solidFill>
                  <a:schemeClr val="lt1"/>
                </a:solidFill>
              </a:rPr>
              <a:t>Sex-reversal</a:t>
            </a:r>
            <a:r>
              <a:rPr lang="en" sz="2500">
                <a:solidFill>
                  <a:schemeClr val="lt1"/>
                </a:solidFill>
              </a:rPr>
              <a:t> analysis</a:t>
            </a:r>
            <a:endParaRPr sz="2500">
              <a:solidFill>
                <a:schemeClr val="lt1"/>
              </a:solidFill>
            </a:endParaRPr>
          </a:p>
        </p:txBody>
      </p:sp>
      <p:pic>
        <p:nvPicPr>
          <p:cNvPr descr="Figure 4 • Sex-reversed KDA signals retain shared driver-centered structure" id="360" name="Google Shape;360;p25"/>
          <p:cNvPicPr preferRelativeResize="0"/>
          <p:nvPr/>
        </p:nvPicPr>
        <p:blipFill rotWithShape="1">
          <a:blip r:embed="rId3">
            <a:alphaModFix/>
          </a:blip>
          <a:srcRect b="95395" l="0" r="0" t="-20"/>
          <a:stretch/>
        </p:blipFill>
        <p:spPr>
          <a:xfrm>
            <a:off x="423175" y="1246792"/>
            <a:ext cx="8398226" cy="389073"/>
          </a:xfrm>
          <a:prstGeom prst="rect">
            <a:avLst/>
          </a:prstGeom>
          <a:noFill/>
          <a:ln>
            <a:noFill/>
          </a:ln>
        </p:spPr>
      </p:pic>
      <p:sp>
        <p:nvSpPr>
          <p:cNvPr id="361" name="Google Shape;361;p25"/>
          <p:cNvSpPr txBox="1"/>
          <p:nvPr>
            <p:ph idx="1" type="body"/>
          </p:nvPr>
        </p:nvSpPr>
        <p:spPr>
          <a:xfrm>
            <a:off x="3175" y="604800"/>
            <a:ext cx="9500100" cy="642000"/>
          </a:xfrm>
          <a:prstGeom prst="rect">
            <a:avLst/>
          </a:prstGeom>
          <a:solidFill>
            <a:schemeClr val="lt1"/>
          </a:solidFill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b="1" lang="en" sz="1900"/>
              <a:t>Compared the three networks across male ε2 AD-down and female ε2 AD-up</a:t>
            </a:r>
            <a:endParaRPr b="1" sz="1900"/>
          </a:p>
        </p:txBody>
      </p:sp>
      <p:pic>
        <p:nvPicPr>
          <p:cNvPr descr="Figure 4 • Sex-reversed KDA signals retain shared driver-centered structure" id="362" name="Google Shape;362;p25"/>
          <p:cNvPicPr preferRelativeResize="0"/>
          <p:nvPr/>
        </p:nvPicPr>
        <p:blipFill rotWithShape="1">
          <a:blip r:embed="rId3">
            <a:alphaModFix/>
          </a:blip>
          <a:srcRect b="68908" l="0" r="0" t="3999"/>
          <a:stretch/>
        </p:blipFill>
        <p:spPr>
          <a:xfrm>
            <a:off x="50300" y="1635875"/>
            <a:ext cx="9143973" cy="2829251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Figure 4 • Sex-reversed KDA signals retain shared driver-centered structure" id="363" name="Google Shape;363;p25"/>
          <p:cNvPicPr preferRelativeResize="0"/>
          <p:nvPr/>
        </p:nvPicPr>
        <p:blipFill rotWithShape="1">
          <a:blip r:embed="rId3">
            <a:alphaModFix/>
          </a:blip>
          <a:srcRect b="0" l="0" r="0" t="94460"/>
          <a:stretch/>
        </p:blipFill>
        <p:spPr>
          <a:xfrm>
            <a:off x="0" y="4465151"/>
            <a:ext cx="9143998" cy="5074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67" name="Shape 3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" name="Google Shape;368;p26"/>
          <p:cNvSpPr txBox="1"/>
          <p:nvPr>
            <p:ph type="title"/>
          </p:nvPr>
        </p:nvSpPr>
        <p:spPr>
          <a:xfrm>
            <a:off x="0" y="0"/>
            <a:ext cx="9144000" cy="557400"/>
          </a:xfrm>
          <a:prstGeom prst="rect">
            <a:avLst/>
          </a:prstGeom>
          <a:solidFill>
            <a:schemeClr val="dk1"/>
          </a:solidFill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>
                <a:solidFill>
                  <a:schemeClr val="lt1"/>
                </a:solidFill>
              </a:rPr>
              <a:t>Sex-reversal analysis</a:t>
            </a:r>
            <a:endParaRPr sz="2500">
              <a:solidFill>
                <a:schemeClr val="lt1"/>
              </a:solidFill>
            </a:endParaRPr>
          </a:p>
        </p:txBody>
      </p:sp>
      <p:pic>
        <p:nvPicPr>
          <p:cNvPr descr="Figure 4 • Sex-reversed KDA signals retain shared driver-centered structure" id="369" name="Google Shape;369;p26"/>
          <p:cNvPicPr preferRelativeResize="0"/>
          <p:nvPr/>
        </p:nvPicPr>
        <p:blipFill rotWithShape="1">
          <a:blip r:embed="rId3">
            <a:alphaModFix/>
          </a:blip>
          <a:srcRect b="35992" l="0" r="0" t="33353"/>
          <a:stretch/>
        </p:blipFill>
        <p:spPr>
          <a:xfrm>
            <a:off x="0" y="1205050"/>
            <a:ext cx="9143998" cy="29847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73" name="Shape 3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4" name="Google Shape;374;p27"/>
          <p:cNvSpPr txBox="1"/>
          <p:nvPr>
            <p:ph type="title"/>
          </p:nvPr>
        </p:nvSpPr>
        <p:spPr>
          <a:xfrm>
            <a:off x="0" y="0"/>
            <a:ext cx="9144000" cy="557400"/>
          </a:xfrm>
          <a:prstGeom prst="rect">
            <a:avLst/>
          </a:prstGeom>
          <a:solidFill>
            <a:schemeClr val="dk1"/>
          </a:solidFill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>
                <a:solidFill>
                  <a:schemeClr val="lt1"/>
                </a:solidFill>
              </a:rPr>
              <a:t>Sex-reversal analysis</a:t>
            </a:r>
            <a:endParaRPr sz="2500">
              <a:solidFill>
                <a:schemeClr val="lt1"/>
              </a:solidFill>
            </a:endParaRPr>
          </a:p>
        </p:txBody>
      </p:sp>
      <p:pic>
        <p:nvPicPr>
          <p:cNvPr descr="Figure 4 • Sex-reversed KDA signals retain shared driver-centered structure" id="375" name="Google Shape;375;p27"/>
          <p:cNvPicPr preferRelativeResize="0"/>
          <p:nvPr/>
        </p:nvPicPr>
        <p:blipFill rotWithShape="1">
          <a:blip r:embed="rId3">
            <a:alphaModFix/>
          </a:blip>
          <a:srcRect b="95395" l="0" r="0" t="-20"/>
          <a:stretch/>
        </p:blipFill>
        <p:spPr>
          <a:xfrm>
            <a:off x="252150" y="557400"/>
            <a:ext cx="8711378" cy="598374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Figure 4 • Sex-reversed KDA signals retain shared driver-centered structure" id="376" name="Google Shape;376;p27"/>
          <p:cNvPicPr preferRelativeResize="0"/>
          <p:nvPr/>
        </p:nvPicPr>
        <p:blipFill rotWithShape="1">
          <a:blip r:embed="rId3">
            <a:alphaModFix/>
          </a:blip>
          <a:srcRect b="0" l="0" r="0" t="62100"/>
          <a:stretch/>
        </p:blipFill>
        <p:spPr>
          <a:xfrm>
            <a:off x="36825" y="1095175"/>
            <a:ext cx="9107173" cy="345764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80" name="Shape 3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1" name="Google Shape;381;p28"/>
          <p:cNvSpPr txBox="1"/>
          <p:nvPr>
            <p:ph type="title"/>
          </p:nvPr>
        </p:nvSpPr>
        <p:spPr>
          <a:xfrm>
            <a:off x="0" y="0"/>
            <a:ext cx="9144000" cy="999300"/>
          </a:xfrm>
          <a:prstGeom prst="rect">
            <a:avLst/>
          </a:prstGeom>
          <a:solidFill>
            <a:schemeClr val="dk1"/>
          </a:solidFill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lt1"/>
                </a:solidFill>
              </a:rPr>
              <a:t>ATP Synthase Regulation</a:t>
            </a:r>
            <a:endParaRPr>
              <a:solidFill>
                <a:schemeClr val="lt1"/>
              </a:solidFill>
            </a:endParaRPr>
          </a:p>
        </p:txBody>
      </p:sp>
      <p:sp>
        <p:nvSpPr>
          <p:cNvPr id="382" name="Google Shape;382;p28"/>
          <p:cNvSpPr txBox="1"/>
          <p:nvPr>
            <p:ph idx="1" type="body"/>
          </p:nvPr>
        </p:nvSpPr>
        <p:spPr>
          <a:xfrm>
            <a:off x="0" y="999300"/>
            <a:ext cx="9144000" cy="4095600"/>
          </a:xfrm>
          <a:prstGeom prst="rect">
            <a:avLst/>
          </a:prstGeom>
          <a:solidFill>
            <a:schemeClr val="lt1"/>
          </a:solidFill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300"/>
          </a:p>
          <a:p>
            <a:pPr indent="-374650" lvl="0" marL="457200" rtl="0" algn="l">
              <a:spcBef>
                <a:spcPts val="1200"/>
              </a:spcBef>
              <a:spcAft>
                <a:spcPts val="0"/>
              </a:spcAft>
              <a:buSzPts val="2300"/>
              <a:buChar char="❏"/>
            </a:pPr>
            <a:r>
              <a:rPr b="1" lang="en" sz="2300"/>
              <a:t>Nuclear genes that affect ATP in at least 2 directional runs</a:t>
            </a:r>
            <a:endParaRPr b="1" sz="2300"/>
          </a:p>
          <a:p>
            <a:pPr indent="0" lvl="0" marL="45720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b="1" sz="2300"/>
          </a:p>
          <a:p>
            <a:pPr indent="-374650" lvl="0" marL="457200" rtl="0" algn="l">
              <a:spcBef>
                <a:spcPts val="1200"/>
              </a:spcBef>
              <a:spcAft>
                <a:spcPts val="0"/>
              </a:spcAft>
              <a:buSzPts val="2300"/>
              <a:buChar char="❏"/>
            </a:pPr>
            <a:r>
              <a:rPr b="1" lang="en" sz="2300"/>
              <a:t>Findings:</a:t>
            </a:r>
            <a:endParaRPr b="1" sz="2300"/>
          </a:p>
          <a:p>
            <a:pPr indent="0" lvl="0" marL="45720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b="1" lang="en" sz="2300"/>
              <a:t>27 direct relationships exist satisfying these criteria</a:t>
            </a:r>
            <a:endParaRPr b="1" sz="230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86" name="Shape 3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7" name="Google Shape;387;p29"/>
          <p:cNvSpPr txBox="1"/>
          <p:nvPr>
            <p:ph type="title"/>
          </p:nvPr>
        </p:nvSpPr>
        <p:spPr>
          <a:xfrm>
            <a:off x="8400" y="65175"/>
            <a:ext cx="3198900" cy="1769100"/>
          </a:xfrm>
          <a:prstGeom prst="rect">
            <a:avLst/>
          </a:prstGeom>
          <a:solidFill>
            <a:schemeClr val="lt1"/>
          </a:solidFill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ATP Regulation </a:t>
            </a:r>
            <a:r>
              <a:rPr lang="en"/>
              <a:t>Map</a:t>
            </a:r>
            <a:endParaRPr/>
          </a:p>
        </p:txBody>
      </p:sp>
      <p:pic>
        <p:nvPicPr>
          <p:cNvPr descr="Figure 5 • Recurrent convergence on ATP synthase / Complex V genes" id="388" name="Google Shape;388;p2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207147" y="1"/>
            <a:ext cx="5992454" cy="51434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92" name="Shape 3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3" name="Google Shape;393;p30"/>
          <p:cNvSpPr txBox="1"/>
          <p:nvPr>
            <p:ph type="title"/>
          </p:nvPr>
        </p:nvSpPr>
        <p:spPr>
          <a:xfrm>
            <a:off x="8400" y="65175"/>
            <a:ext cx="3198900" cy="1769100"/>
          </a:xfrm>
          <a:prstGeom prst="rect">
            <a:avLst/>
          </a:prstGeom>
          <a:solidFill>
            <a:schemeClr val="lt1"/>
          </a:solidFill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ATP Regulation Map</a:t>
            </a:r>
            <a:endParaRPr/>
          </a:p>
        </p:txBody>
      </p:sp>
      <p:pic>
        <p:nvPicPr>
          <p:cNvPr descr="Figure 5 • Recurrent convergence on ATP synthase / Complex V genes" id="394" name="Google Shape;394;p3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207147" y="1"/>
            <a:ext cx="5992454" cy="5143499"/>
          </a:xfrm>
          <a:prstGeom prst="rect">
            <a:avLst/>
          </a:prstGeom>
          <a:noFill/>
          <a:ln>
            <a:noFill/>
          </a:ln>
        </p:spPr>
      </p:pic>
      <p:sp>
        <p:nvSpPr>
          <p:cNvPr id="395" name="Google Shape;395;p30"/>
          <p:cNvSpPr/>
          <p:nvPr/>
        </p:nvSpPr>
        <p:spPr>
          <a:xfrm>
            <a:off x="7739675" y="386294"/>
            <a:ext cx="1107300" cy="4417200"/>
          </a:xfrm>
          <a:prstGeom prst="donut">
            <a:avLst>
              <a:gd fmla="val 4300" name="adj"/>
            </a:avLst>
          </a:prstGeom>
          <a:solidFill>
            <a:schemeClr val="accen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Nunito"/>
              <a:ea typeface="Nunito"/>
              <a:cs typeface="Nunito"/>
              <a:sym typeface="Nunito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99" name="Shape 3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0" name="Google Shape;400;p31"/>
          <p:cNvSpPr txBox="1"/>
          <p:nvPr>
            <p:ph type="title"/>
          </p:nvPr>
        </p:nvSpPr>
        <p:spPr>
          <a:xfrm>
            <a:off x="8400" y="65175"/>
            <a:ext cx="3198900" cy="1769100"/>
          </a:xfrm>
          <a:prstGeom prst="rect">
            <a:avLst/>
          </a:prstGeom>
          <a:solidFill>
            <a:schemeClr val="lt1"/>
          </a:solidFill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ATP Regulation Map</a:t>
            </a:r>
            <a:endParaRPr/>
          </a:p>
        </p:txBody>
      </p:sp>
      <p:pic>
        <p:nvPicPr>
          <p:cNvPr descr="Figure 5 • Recurrent convergence on ATP synthase / Complex V genes" id="401" name="Google Shape;401;p3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207147" y="1"/>
            <a:ext cx="5992454" cy="5143499"/>
          </a:xfrm>
          <a:prstGeom prst="rect">
            <a:avLst/>
          </a:prstGeom>
          <a:noFill/>
          <a:ln>
            <a:noFill/>
          </a:ln>
        </p:spPr>
      </p:pic>
      <p:sp>
        <p:nvSpPr>
          <p:cNvPr id="402" name="Google Shape;402;p31"/>
          <p:cNvSpPr/>
          <p:nvPr/>
        </p:nvSpPr>
        <p:spPr>
          <a:xfrm>
            <a:off x="3643925" y="363144"/>
            <a:ext cx="1107300" cy="4417200"/>
          </a:xfrm>
          <a:prstGeom prst="donut">
            <a:avLst>
              <a:gd fmla="val 4300" name="adj"/>
            </a:avLst>
          </a:prstGeom>
          <a:solidFill>
            <a:schemeClr val="accen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Nunito"/>
              <a:ea typeface="Nunito"/>
              <a:cs typeface="Nunito"/>
              <a:sym typeface="Nunito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06" name="Shape 4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7" name="Google Shape;407;p32"/>
          <p:cNvSpPr txBox="1"/>
          <p:nvPr>
            <p:ph type="title"/>
          </p:nvPr>
        </p:nvSpPr>
        <p:spPr>
          <a:xfrm>
            <a:off x="0" y="0"/>
            <a:ext cx="9183300" cy="633000"/>
          </a:xfrm>
          <a:prstGeom prst="rect">
            <a:avLst/>
          </a:prstGeom>
          <a:solidFill>
            <a:schemeClr val="dk1"/>
          </a:solidFill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lt1"/>
                </a:solidFill>
              </a:rPr>
              <a:t>ATP Regulation </a:t>
            </a:r>
            <a:r>
              <a:rPr lang="en">
                <a:solidFill>
                  <a:schemeClr val="lt1"/>
                </a:solidFill>
              </a:rPr>
              <a:t>Map</a:t>
            </a:r>
            <a:endParaRPr>
              <a:solidFill>
                <a:schemeClr val="lt1"/>
              </a:solidFill>
            </a:endParaRPr>
          </a:p>
        </p:txBody>
      </p:sp>
      <p:pic>
        <p:nvPicPr>
          <p:cNvPr id="408" name="Google Shape;408;p32" title="Screenshot 2026-08-10 at 6.45.24 PM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214300" y="1458775"/>
            <a:ext cx="6802324" cy="3700151"/>
          </a:xfrm>
          <a:prstGeom prst="rect">
            <a:avLst/>
          </a:prstGeom>
          <a:noFill/>
          <a:ln>
            <a:noFill/>
          </a:ln>
        </p:spPr>
      </p:pic>
      <p:sp>
        <p:nvSpPr>
          <p:cNvPr id="409" name="Google Shape;409;p32"/>
          <p:cNvSpPr txBox="1"/>
          <p:nvPr>
            <p:ph idx="1" type="body"/>
          </p:nvPr>
        </p:nvSpPr>
        <p:spPr>
          <a:xfrm>
            <a:off x="0" y="776850"/>
            <a:ext cx="9144000" cy="757800"/>
          </a:xfrm>
          <a:prstGeom prst="rect">
            <a:avLst/>
          </a:prstGeom>
          <a:solidFill>
            <a:schemeClr val="lt1"/>
          </a:solidFill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0043" lvl="0" marL="457200" rtl="0" algn="l">
              <a:spcBef>
                <a:spcPts val="0"/>
              </a:spcBef>
              <a:spcAft>
                <a:spcPts val="0"/>
              </a:spcAft>
              <a:buSzPts val="1755"/>
              <a:buChar char="❏"/>
            </a:pPr>
            <a:r>
              <a:rPr b="1" lang="en" sz="1755"/>
              <a:t>Nuclear genes that affect ATP in at least 2 primary runs</a:t>
            </a:r>
            <a:endParaRPr b="1" sz="100"/>
          </a:p>
          <a:p>
            <a:pPr indent="-340043" lvl="0" marL="457200" rtl="0" algn="l">
              <a:spcBef>
                <a:spcPts val="0"/>
              </a:spcBef>
              <a:spcAft>
                <a:spcPts val="0"/>
              </a:spcAft>
              <a:buSzPts val="1755"/>
              <a:buChar char="❏"/>
            </a:pPr>
            <a:r>
              <a:rPr b="1" lang="en" sz="1755"/>
              <a:t>Findings: 27 direct relationships exist satisfying these criteria</a:t>
            </a:r>
            <a:endParaRPr b="1" sz="1755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13" name="Shape 4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4" name="Google Shape;414;p33"/>
          <p:cNvSpPr txBox="1"/>
          <p:nvPr>
            <p:ph type="title"/>
          </p:nvPr>
        </p:nvSpPr>
        <p:spPr>
          <a:xfrm>
            <a:off x="0" y="0"/>
            <a:ext cx="9144000" cy="489300"/>
          </a:xfrm>
          <a:prstGeom prst="rect">
            <a:avLst/>
          </a:prstGeom>
          <a:solidFill>
            <a:schemeClr val="dk1"/>
          </a:solidFill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600">
                <a:solidFill>
                  <a:schemeClr val="lt1"/>
                </a:solidFill>
              </a:rPr>
              <a:t>Network </a:t>
            </a:r>
            <a:r>
              <a:rPr lang="en" sz="2600">
                <a:solidFill>
                  <a:schemeClr val="lt1"/>
                </a:solidFill>
              </a:rPr>
              <a:t>Connectivity (Graph)</a:t>
            </a:r>
            <a:endParaRPr sz="2600">
              <a:solidFill>
                <a:schemeClr val="lt1"/>
              </a:solidFill>
            </a:endParaRPr>
          </a:p>
        </p:txBody>
      </p:sp>
      <p:pic>
        <p:nvPicPr>
          <p:cNvPr id="415" name="Google Shape;415;p33" title="phase12_kda_connectivity_evidence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555871"/>
            <a:ext cx="9144003" cy="403175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19" name="Shape 4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0" name="Google Shape;420;p34"/>
          <p:cNvSpPr txBox="1"/>
          <p:nvPr>
            <p:ph idx="1" type="body"/>
          </p:nvPr>
        </p:nvSpPr>
        <p:spPr>
          <a:xfrm>
            <a:off x="0" y="999300"/>
            <a:ext cx="9144000" cy="3436500"/>
          </a:xfrm>
          <a:prstGeom prst="rect">
            <a:avLst/>
          </a:prstGeom>
          <a:solidFill>
            <a:schemeClr val="lt1"/>
          </a:solidFill>
        </p:spPr>
        <p:txBody>
          <a:bodyPr anchorCtr="0" anchor="t" bIns="91425" lIns="91425" spcFirstLastPara="1" rIns="91425" wrap="square" tIns="91425">
            <a:normAutofit lnSpcReduction="20000"/>
          </a:bodyPr>
          <a:lstStyle/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300"/>
          </a:p>
          <a:p>
            <a:pPr indent="-374650" lvl="0" marL="457200" rtl="0" algn="l">
              <a:spcBef>
                <a:spcPts val="1200"/>
              </a:spcBef>
              <a:spcAft>
                <a:spcPts val="0"/>
              </a:spcAft>
              <a:buSzPts val="2300"/>
              <a:buChar char="❏"/>
            </a:pPr>
            <a:r>
              <a:rPr b="1" lang="en" sz="2300"/>
              <a:t>50,165 records</a:t>
            </a:r>
            <a:endParaRPr b="1" sz="2300"/>
          </a:p>
          <a:p>
            <a:pPr indent="0" lvl="0" marL="45720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b="1" sz="2300"/>
          </a:p>
          <a:p>
            <a:pPr indent="-374650" lvl="0" marL="457200" rtl="0" algn="l">
              <a:spcBef>
                <a:spcPts val="1200"/>
              </a:spcBef>
              <a:spcAft>
                <a:spcPts val="0"/>
              </a:spcAft>
              <a:buSzPts val="2300"/>
              <a:buChar char="❏"/>
            </a:pPr>
            <a:r>
              <a:rPr b="1" lang="en" sz="2300"/>
              <a:t>As connectivity depends on the network, genes may appear multiple times</a:t>
            </a:r>
            <a:endParaRPr b="1" sz="2300"/>
          </a:p>
          <a:p>
            <a:pPr indent="0" lvl="0" marL="45720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b="1" sz="2300"/>
          </a:p>
          <a:p>
            <a:pPr indent="-374650" lvl="0" marL="457200" rtl="0" algn="l">
              <a:spcBef>
                <a:spcPts val="1200"/>
              </a:spcBef>
              <a:spcAft>
                <a:spcPts val="0"/>
              </a:spcAft>
              <a:buSzPts val="2300"/>
              <a:buChar char="❏"/>
            </a:pPr>
            <a:r>
              <a:rPr b="1" lang="en" sz="2300"/>
              <a:t>Spearman correlation calculated on both</a:t>
            </a:r>
            <a:endParaRPr b="1" sz="2300"/>
          </a:p>
        </p:txBody>
      </p:sp>
      <p:sp>
        <p:nvSpPr>
          <p:cNvPr id="421" name="Google Shape;421;p34"/>
          <p:cNvSpPr txBox="1"/>
          <p:nvPr>
            <p:ph type="title"/>
          </p:nvPr>
        </p:nvSpPr>
        <p:spPr>
          <a:xfrm>
            <a:off x="0" y="0"/>
            <a:ext cx="9144000" cy="999300"/>
          </a:xfrm>
          <a:prstGeom prst="rect">
            <a:avLst/>
          </a:prstGeom>
          <a:solidFill>
            <a:schemeClr val="dk1"/>
          </a:solidFill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600">
                <a:solidFill>
                  <a:schemeClr val="lt1"/>
                </a:solidFill>
              </a:rPr>
              <a:t>Network Connectivity (setup)</a:t>
            </a:r>
            <a:endParaRPr sz="2600"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25" name="Shape 4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6" name="Google Shape;426;p35"/>
          <p:cNvSpPr txBox="1"/>
          <p:nvPr>
            <p:ph type="title"/>
          </p:nvPr>
        </p:nvSpPr>
        <p:spPr>
          <a:xfrm>
            <a:off x="0" y="0"/>
            <a:ext cx="9144000" cy="999300"/>
          </a:xfrm>
          <a:prstGeom prst="rect">
            <a:avLst/>
          </a:prstGeom>
          <a:solidFill>
            <a:schemeClr val="dk1"/>
          </a:solidFill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600">
                <a:solidFill>
                  <a:schemeClr val="lt1"/>
                </a:solidFill>
              </a:rPr>
              <a:t>Additional Results</a:t>
            </a:r>
            <a:endParaRPr sz="2600">
              <a:solidFill>
                <a:schemeClr val="lt1"/>
              </a:solidFill>
            </a:endParaRPr>
          </a:p>
        </p:txBody>
      </p:sp>
      <p:sp>
        <p:nvSpPr>
          <p:cNvPr id="427" name="Google Shape;427;p35"/>
          <p:cNvSpPr txBox="1"/>
          <p:nvPr>
            <p:ph idx="1" type="body"/>
          </p:nvPr>
        </p:nvSpPr>
        <p:spPr>
          <a:xfrm>
            <a:off x="0" y="999300"/>
            <a:ext cx="9144000" cy="3997800"/>
          </a:xfrm>
          <a:prstGeom prst="rect">
            <a:avLst/>
          </a:prstGeom>
          <a:solidFill>
            <a:schemeClr val="lt1"/>
          </a:solidFill>
        </p:spPr>
        <p:txBody>
          <a:bodyPr anchorCtr="0" anchor="t" bIns="91425" lIns="91425" spcFirstLastPara="1" rIns="91425" wrap="square" tIns="91425">
            <a:normAutofit lnSpcReduction="20000"/>
          </a:bodyPr>
          <a:lstStyle/>
          <a:p>
            <a:pPr indent="-374650" lvl="0" marL="457200" rtl="0" algn="l">
              <a:spcBef>
                <a:spcPts val="0"/>
              </a:spcBef>
              <a:spcAft>
                <a:spcPts val="0"/>
              </a:spcAft>
              <a:buSzPts val="2300"/>
              <a:buChar char="❏"/>
            </a:pPr>
            <a:r>
              <a:rPr b="1" lang="en" sz="2300"/>
              <a:t>APOE, LAMTOR5, and GABARAPL2 have directed routes to OXPHOS and mitochondrial stress/translation genes.</a:t>
            </a:r>
            <a:endParaRPr b="1" sz="2300"/>
          </a:p>
          <a:p>
            <a:pPr indent="0" lvl="0" marL="45720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b="1" sz="2300"/>
          </a:p>
          <a:p>
            <a:pPr indent="-374650" lvl="0" marL="457200" rtl="0" algn="l">
              <a:spcBef>
                <a:spcPts val="1200"/>
              </a:spcBef>
              <a:spcAft>
                <a:spcPts val="0"/>
              </a:spcAft>
              <a:buSzPts val="2300"/>
              <a:buChar char="❏"/>
            </a:pPr>
            <a:r>
              <a:rPr b="1" lang="en" sz="2300"/>
              <a:t>The same drivers/framework connects to female ε2 AD-up and male ε2 AD-down expression</a:t>
            </a:r>
            <a:endParaRPr b="1" sz="2300"/>
          </a:p>
          <a:p>
            <a:pPr indent="0" lvl="0" marL="45720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b="1" sz="2300"/>
          </a:p>
          <a:p>
            <a:pPr indent="-374650" lvl="0" marL="457200" rtl="0" algn="l">
              <a:spcBef>
                <a:spcPts val="1200"/>
              </a:spcBef>
              <a:spcAft>
                <a:spcPts val="0"/>
              </a:spcAft>
              <a:buSzPts val="2300"/>
              <a:buChar char="❏"/>
            </a:pPr>
            <a:r>
              <a:rPr b="1" lang="en" sz="2300"/>
              <a:t>Highest associations occur in excitatory neurons (ρ=0.559) and astrocyte/inhibitory networks (ρ≈0.525). Lowest occur in vasculature.</a:t>
            </a:r>
            <a:endParaRPr b="1" sz="230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31" name="Shape 4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Figure 7 • Respiratory-modifier landscape: complete prespecified family" id="432" name="Google Shape;432;p3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38425" y="405900"/>
            <a:ext cx="8205473" cy="4737674"/>
          </a:xfrm>
          <a:prstGeom prst="rect">
            <a:avLst/>
          </a:prstGeom>
          <a:noFill/>
          <a:ln>
            <a:noFill/>
          </a:ln>
        </p:spPr>
      </p:pic>
      <p:sp>
        <p:nvSpPr>
          <p:cNvPr id="433" name="Google Shape;433;p36"/>
          <p:cNvSpPr txBox="1"/>
          <p:nvPr>
            <p:ph type="title"/>
          </p:nvPr>
        </p:nvSpPr>
        <p:spPr>
          <a:xfrm>
            <a:off x="0" y="0"/>
            <a:ext cx="9144000" cy="405900"/>
          </a:xfrm>
          <a:prstGeom prst="rect">
            <a:avLst/>
          </a:prstGeom>
          <a:solidFill>
            <a:schemeClr val="dk1"/>
          </a:solidFill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n" sz="2140">
                <a:solidFill>
                  <a:schemeClr val="lt1"/>
                </a:solidFill>
              </a:rPr>
              <a:t>Modifier landscape</a:t>
            </a:r>
            <a:endParaRPr sz="2140"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37" name="Shape 4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Figure 7 • Respiratory-modifier landscape: complete prespecified family" id="438" name="Google Shape;438;p3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69057" y="398400"/>
            <a:ext cx="8324816" cy="4745101"/>
          </a:xfrm>
          <a:prstGeom prst="rect">
            <a:avLst/>
          </a:prstGeom>
          <a:noFill/>
          <a:ln>
            <a:noFill/>
          </a:ln>
        </p:spPr>
      </p:pic>
      <p:sp>
        <p:nvSpPr>
          <p:cNvPr id="439" name="Google Shape;439;p37"/>
          <p:cNvSpPr txBox="1"/>
          <p:nvPr>
            <p:ph type="title"/>
          </p:nvPr>
        </p:nvSpPr>
        <p:spPr>
          <a:xfrm>
            <a:off x="0" y="0"/>
            <a:ext cx="9190800" cy="398400"/>
          </a:xfrm>
          <a:prstGeom prst="rect">
            <a:avLst/>
          </a:prstGeom>
          <a:solidFill>
            <a:schemeClr val="dk1"/>
          </a:solidFill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n" sz="2140">
                <a:solidFill>
                  <a:schemeClr val="lt1"/>
                </a:solidFill>
              </a:rPr>
              <a:t>Modifier landscape</a:t>
            </a:r>
            <a:endParaRPr sz="2140">
              <a:solidFill>
                <a:schemeClr val="lt1"/>
              </a:solidFill>
            </a:endParaRPr>
          </a:p>
        </p:txBody>
      </p:sp>
      <p:sp>
        <p:nvSpPr>
          <p:cNvPr id="440" name="Google Shape;440;p37"/>
          <p:cNvSpPr/>
          <p:nvPr/>
        </p:nvSpPr>
        <p:spPr>
          <a:xfrm>
            <a:off x="3470175" y="582850"/>
            <a:ext cx="3683100" cy="2435100"/>
          </a:xfrm>
          <a:prstGeom prst="donut">
            <a:avLst>
              <a:gd fmla="val 1922" name="adj"/>
            </a:avLst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Nunito"/>
              <a:ea typeface="Nunito"/>
              <a:cs typeface="Nunito"/>
              <a:sym typeface="Nunito"/>
            </a:endParaRP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44" name="Shape 4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5" name="Google Shape;445;p38"/>
          <p:cNvSpPr txBox="1"/>
          <p:nvPr>
            <p:ph type="title"/>
          </p:nvPr>
        </p:nvSpPr>
        <p:spPr>
          <a:xfrm>
            <a:off x="0" y="0"/>
            <a:ext cx="9144000" cy="716400"/>
          </a:xfrm>
          <a:prstGeom prst="rect">
            <a:avLst/>
          </a:prstGeom>
          <a:solidFill>
            <a:schemeClr val="dk1"/>
          </a:solidFill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lt1"/>
                </a:solidFill>
              </a:rPr>
              <a:t>Modifier landscape (findings)</a:t>
            </a:r>
            <a:endParaRPr>
              <a:solidFill>
                <a:schemeClr val="lt1"/>
              </a:solidFill>
            </a:endParaRPr>
          </a:p>
        </p:txBody>
      </p:sp>
      <p:sp>
        <p:nvSpPr>
          <p:cNvPr id="446" name="Google Shape;446;p38"/>
          <p:cNvSpPr txBox="1"/>
          <p:nvPr>
            <p:ph idx="1" type="body"/>
          </p:nvPr>
        </p:nvSpPr>
        <p:spPr>
          <a:xfrm>
            <a:off x="0" y="751875"/>
            <a:ext cx="9099900" cy="4297500"/>
          </a:xfrm>
          <a:prstGeom prst="rect">
            <a:avLst/>
          </a:prstGeom>
          <a:solidFill>
            <a:schemeClr val="lt1"/>
          </a:solidFill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300"/>
          </a:p>
          <a:p>
            <a:pPr indent="-374650" lvl="0" marL="457200" rtl="0" algn="l">
              <a:spcBef>
                <a:spcPts val="1200"/>
              </a:spcBef>
              <a:spcAft>
                <a:spcPts val="0"/>
              </a:spcAft>
              <a:buSzPts val="2300"/>
              <a:buChar char="❏"/>
            </a:pPr>
            <a:r>
              <a:rPr b="1" lang="en" sz="2300"/>
              <a:t>Color represents similarity between DEGs</a:t>
            </a:r>
            <a:endParaRPr b="1" sz="2300"/>
          </a:p>
          <a:p>
            <a:pPr indent="0" lvl="0" marL="45720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b="1" sz="2300"/>
          </a:p>
          <a:p>
            <a:pPr indent="-374650" lvl="0" marL="457200" rtl="0" algn="l">
              <a:spcBef>
                <a:spcPts val="1200"/>
              </a:spcBef>
              <a:spcAft>
                <a:spcPts val="0"/>
              </a:spcAft>
              <a:buSzPts val="2300"/>
              <a:buChar char="❏"/>
            </a:pPr>
            <a:r>
              <a:rPr b="1" lang="en" sz="2300"/>
              <a:t>Modules did not pass FDR test; thus further validation is required</a:t>
            </a:r>
            <a:endParaRPr b="1" sz="2300"/>
          </a:p>
          <a:p>
            <a:pPr indent="0" lvl="0" marL="45720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b="1" sz="2300"/>
          </a:p>
          <a:p>
            <a:pPr indent="-374650" lvl="0" marL="457200" rtl="0" algn="l">
              <a:spcBef>
                <a:spcPts val="1200"/>
              </a:spcBef>
              <a:spcAft>
                <a:spcPts val="0"/>
              </a:spcAft>
              <a:buSzPts val="2300"/>
              <a:buChar char="❏"/>
            </a:pPr>
            <a:r>
              <a:rPr b="1" lang="en" sz="2300"/>
              <a:t>Some results are untestable; all of these happen in </a:t>
            </a:r>
            <a:r>
              <a:rPr b="1" lang="en" sz="2300"/>
              <a:t>vascular</a:t>
            </a:r>
            <a:r>
              <a:rPr b="1" lang="en" sz="2300"/>
              <a:t> cells</a:t>
            </a:r>
            <a:endParaRPr b="1" sz="230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50" name="Shape 4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1" name="Google Shape;451;p39"/>
          <p:cNvSpPr txBox="1"/>
          <p:nvPr>
            <p:ph type="title"/>
          </p:nvPr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chemeClr val="dk1"/>
          </a:solidFill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lt1"/>
                </a:solidFill>
              </a:rPr>
              <a:t>              </a:t>
            </a:r>
            <a:r>
              <a:rPr lang="en" sz="5400">
                <a:solidFill>
                  <a:schemeClr val="lt1"/>
                </a:solidFill>
              </a:rPr>
              <a:t>Thank you :)</a:t>
            </a:r>
            <a:endParaRPr sz="5400"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Momentum">
  <a:themeElements>
    <a:clrScheme name="Momentum">
      <a:dk1>
        <a:srgbClr val="C0791B"/>
      </a:dk1>
      <a:lt1>
        <a:srgbClr val="FFFFFF"/>
      </a:lt1>
      <a:dk2>
        <a:srgbClr val="424242"/>
      </a:dk2>
      <a:lt2>
        <a:srgbClr val="8DD8D3"/>
      </a:lt2>
      <a:accent1>
        <a:srgbClr val="0B6374"/>
      </a:accent1>
      <a:accent2>
        <a:srgbClr val="FD5B58"/>
      </a:accent2>
      <a:accent3>
        <a:srgbClr val="599191"/>
      </a:accent3>
      <a:accent4>
        <a:srgbClr val="D7E6A3"/>
      </a:accent4>
      <a:accent5>
        <a:srgbClr val="27278B"/>
      </a:accent5>
      <a:accent6>
        <a:srgbClr val="D558AB"/>
      </a:accent6>
      <a:hlink>
        <a:srgbClr val="27278B"/>
      </a:hlink>
      <a:folHlink>
        <a:srgbClr val="2727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