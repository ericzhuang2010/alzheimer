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p:restoredTop sz="94653"/>
  </p:normalViewPr>
  <p:slideViewPr>
    <p:cSldViewPr snapToGrid="0" snapToObjects="1">
      <p:cViewPr varScale="1">
        <p:scale>
          <a:sx n="142" d="100"/>
          <a:sy n="142"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distinguish the pooled pathway-overlap percentage from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introduced two slides earlier.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uses four recurring pathway sets to summarize descriptive DEG overlap: the 13 core MT genes, 86 nuclear-encoded structural OXPHOS genes, 155 mitochondrial-translation genes, and 19 inner-membrane-organization genes.</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Next, use these four pathway sets to compare descriptive DEG overlap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return to the formal pathway-analysis workflow and summarize its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35683</Words>
  <Application>Microsoft Macintosh PowerPoint</Application>
  <DocSecurity>0</DocSecurity>
  <PresentationFormat>Widescreen</PresentationFormat>
  <Paragraphs>3388</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11</cp:revision>
  <dcterms:created xsi:type="dcterms:W3CDTF">2026-09-20T15:55:40Z</dcterms:created>
  <dcterms:modified xsi:type="dcterms:W3CDTF">2026-09-21T01:18:27Z</dcterms:modified>
</cp:coreProperties>
</file>