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264" r:id="rId15"/>
    <p:sldId id="265"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04"/>
    <p:restoredTop sz="94653"/>
  </p:normalViewPr>
  <p:slideViewPr>
    <p:cSldViewPr snapToGrid="0" snapToObjects="1">
      <p:cViewPr varScale="1">
        <p:scale>
          <a:sx n="140" d="100"/>
          <a:sy n="140" d="100"/>
        </p:scale>
        <p:origin x="240"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define a significant result.</a:t>
            </a:r>
          </a:p>
          <a:p>
            <a:endParaRPr/>
          </a:p>
          <a:p>
            <a:r>
              <a:t>Walk through: Each estimable fine-cell sex/APOE contrast was analyzed separately. For each contrast, the analysis created three mitochondrial DEG lists: all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is the 13-gene core MT set. The second contains the 86 nuclear-encoded OXPHOS genes.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a:endParaRPr/>
          </a:p>
          <a:p>
            <a:r>
              <a:t>Scientific boundary: The numbers 128 and 243 are gene-by-comparison occurrences, not counts of unique genes, cells, donors, or genes returned from KDA calls.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donors, or genes returned from KDA calls,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cells, or genes returned from KDA calls,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For each fine-cell comparison,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a:endParaRPr/>
          </a:p>
          <a:p>
            <a:r>
              <a:t>Scientific boundary: This size difference affects comparisons of KDA output counts. It does not change the observed AD-up versus AD-down DEG occurrence counts on the preceding slide. SEA-AD has no matching active male APOE ε2 category here.</a:t>
            </a:r>
          </a:p>
          <a:p>
            <a:endParaRPr/>
          </a:p>
          <a:p>
            <a:r>
              <a:t>Transition: Return to the biological meaning of the coordinated DEG direction.</a:t>
            </a:r>
          </a:p>
          <a:p>
            <a:endParaRPr/>
          </a:p>
          <a:p>
            <a:r>
              <a:t>Sources: docs/analysis/kda_w_human_validation/rosmap_sex_apoe_broad_kda_analysis.md, Finding 5 and KDA query-size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Core MT genes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86 genes encode structural respiratory-complex subunits.</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35396</Words>
  <Application>Microsoft Macintosh PowerPoint</Application>
  <DocSecurity>0</DocSecurity>
  <PresentationFormat>Widescreen</PresentationFormat>
  <Paragraphs>3384</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8</cp:revision>
  <dcterms:created xsi:type="dcterms:W3CDTF">2026-09-20T15:55:40Z</dcterms:created>
  <dcterms:modified xsi:type="dcterms:W3CDTF">2026-09-20T21:53:35Z</dcterms:modified>
</cp:coreProperties>
</file>