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included female APOE ε2 fine-cell comparisons, 127 of 128 core MT gene occurrences and 239 of 243 nuclear-encoded OXPHOS gene occurrences were upregulated in AD. The result is therefore a coordinated RNA-level pattern across both gene sets.</a:t>
            </a:r>
          </a:p>
          <a:p>
            <a:endParaRPr/>
          </a:p>
          <a:p>
            <a:r>
              <a:t>Scientific boundary: An occurrence is one gene identified as a DEG in one included fine-cell comparison, so the same gene may appear more than once across cell types. These counts do not measure unique genes, protein assembly, respiration, or ATP production.</a:t>
            </a:r>
          </a:p>
          <a:p>
            <a:endParaRPr/>
          </a:p>
          <a:p>
            <a:r>
              <a:t>Transition: Show the complete ROSMAP DEG-occurrence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pathway analysis, nine of 12 excitatory fine cell types had significant enrichment of upregulated core MT genes and eight of 12 had significant enrichment of upregulated nuclear-encoded OXPHOS genes. In the direct broad-cell ROSMAP analysis, the nuclear-encoded OXPHOS increase remains strong, but the core MT component is not significant. SEA-AD has no matched female APOE ε2 fine-cell DEG result for this comparison.</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The normalized enrichment score, or NES, summarizes the direction and strength of a pathway result; a positive NES indicates higher pathway expression in AD. In direct broad-cell analysis, the ROSMAP excitatory-neuron NES is weakly positive and not significant, while the SEA-AD excitatory-neuron NES is significantly positive. The available SEA-AD fine-cell check is only one small astrocyte DEG list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normalized enrichment score (NES) = +0.70, adjusted P =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normalized enrichment score (NES) = +2.01, adjusted P =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were shared with ROSMAP. Adjusted overlap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35585</Words>
  <Application>Microsoft Macintosh PowerPoint</Application>
  <DocSecurity>0</DocSecurity>
  <PresentationFormat>Widescreen</PresentationFormat>
  <Paragraphs>3385</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13</cp:revision>
  <dcterms:created xsi:type="dcterms:W3CDTF">2026-09-20T15:55:40Z</dcterms:created>
  <dcterms:modified xsi:type="dcterms:W3CDTF">2026-09-21T02:41:56Z</dcterms:modified>
</cp:coreProperties>
</file>