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264" r:id="rId15"/>
    <p:sldId id="265"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4653"/>
  </p:normalViewPr>
  <p:slideViewPr>
    <p:cSldViewPr snapToGrid="0" snapToObjects="1">
      <p:cViewPr varScale="1">
        <p:scale>
          <a:sx n="140" d="100"/>
          <a:sy n="140" d="100"/>
        </p:scale>
        <p:origin x="24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defines contrast, DEG occurrence, and category before introducing the mitochondrial gene sets and pathway hierarchy used throughout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a contrast, the unit used for each AD-versus-NCI DEG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workflow, cohorts, analysis units, and gene-set definitions established, begin Part 2 with the differential-expression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explain how one significant gene result becomes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the two analysis units defined, introduce the mitochondrial gene sets used throughout the study.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before showing DEG counts and direction percentages.</a:t>
            </a:r>
          </a:p>
          <a:p>
            <a:endParaRPr/>
          </a:p>
          <a:p>
            <a:r>
              <a:t>Walk through: A contrast is one AD-versus-NCI comparison within a fine cell type, sex, and APOE group. One DEG occurrence records one gene that meets the significant DEG criteria in one contrast. If the same gene is significant in three contrasts, it contributes three DEG occurrences but remains one unique gene.</a:t>
            </a:r>
          </a:p>
          <a:p>
            <a:endParaRPr/>
          </a:p>
          <a:p>
            <a:r>
              <a:t>Scientific boundary: Occurrence counts measure repeated significant results across contrasts. They do not represent the number of unique genes or the number of participants.</a:t>
            </a:r>
          </a:p>
          <a:p>
            <a:endParaRPr/>
          </a:p>
          <a:p>
            <a:r>
              <a:t>Transition: Next, define the category used to group results by sex, APOE, and broad cell type.</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identifies significant returned key drivers, and then aggregates repeated fine-cell evidence within sex/APOE by broad-cell categories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 xmlns:a16="http://schemas.microsoft.com/office/drawing/2014/main"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 xmlns:a16="http://schemas.microsoft.com/office/drawing/2014/main"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xmlns:p14="http://schemas.microsoft.com/office/powerpoint/2010/main"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DEG occurrence</a:t>
            </a:r>
          </a:p>
        </p:txBody>
      </p:sp>
      <p:sp>
        <p:nvSpPr>
          <p:cNvPr id="3" name="Definition"/>
          <p:cNvSpPr>
            <a:spLocks noGrp="1"/>
          </p:cNvSpPr>
          <p:nvPr/>
        </p:nvSpPr>
        <p:spPr>
          <a:xfrm>
            <a:off x="548640" y="890000"/>
            <a:ext cx="10800000" cy="33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1200" b="0" i="0">
                <a:solidFill>
                  <a:srgbClr val="4E5A68"/>
                </a:solidFill>
                <a:latin typeface="Arial"/>
                <a:ea typeface="Arial"/>
                <a:cs typeface="Arial"/>
              </a:rPr>
              <a:t>One DEG occurrence is one significant gene result in one fine-cell contrast.</a:t>
            </a:r>
          </a:p>
        </p:txBody>
      </p:sp>
      <p:sp>
        <p:nvSpPr>
          <p:cNvPr id="4" name="Gene box"/>
          <p:cNvSpPr>
            <a:spLocks noGrp="1"/>
          </p:cNvSpPr>
          <p:nvPr/>
        </p:nvSpPr>
        <p:spPr>
          <a:xfrm>
            <a:off x="760000" y="1520000"/>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SIGNIFICANT GENE</a:t>
            </a:r>
          </a:p>
        </p:txBody>
      </p:sp>
      <p:sp>
        <p:nvSpPr>
          <p:cNvPr id="5" name="Times"/>
          <p:cNvSpPr>
            <a:spLocks noGrp="1"/>
          </p:cNvSpPr>
          <p:nvPr/>
        </p:nvSpPr>
        <p:spPr>
          <a:xfrm>
            <a:off x="3700000" y="1900000"/>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1520000"/>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1900000"/>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1520000"/>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9E3A00"/>
                </a:solidFill>
                <a:latin typeface="Arial"/>
                <a:ea typeface="Arial"/>
                <a:cs typeface="Arial"/>
              </a:rPr>
              <a:t>1</a:t>
            </a:r>
          </a:p>
          <a:p>
            <a:pPr algn="ctr">
              <a:lnSpc>
                <a:spcPct val="100000"/>
              </a:lnSpc>
              <a:spcBef>
                <a:spcPts val="0"/>
              </a:spcBef>
              <a:spcAft>
                <a:spcPts val="0"/>
              </a:spcAft>
              <a:buNone/>
            </a:pPr>
            <a:r>
              <a:rPr sz="1900" b="1" i="0">
                <a:solidFill>
                  <a:srgbClr val="9E3A00"/>
                </a:solidFill>
                <a:latin typeface="Arial"/>
                <a:ea typeface="Arial"/>
                <a:cs typeface="Arial"/>
              </a:rPr>
              <a:t>DEG OCCURRENCE</a:t>
            </a:r>
          </a:p>
        </p:txBody>
      </p:sp>
      <p:sp>
        <p:nvSpPr>
          <p:cNvPr id="9" name="Repeated evidence"/>
          <p:cNvSpPr>
            <a:spLocks noGrp="1"/>
          </p:cNvSpPr>
          <p:nvPr/>
        </p:nvSpPr>
        <p:spPr>
          <a:xfrm>
            <a:off x="950000" y="3200000"/>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a:solidFill>
                  <a:srgbClr val="0F233D"/>
                </a:solidFill>
                <a:latin typeface="Arial"/>
                <a:ea typeface="Arial"/>
                <a:cs typeface="Arial"/>
              </a:rPr>
              <a:t>The same gene contributes another occurrence when it is significant in another fine-cell contrast.</a:t>
            </a:r>
          </a:p>
        </p:txBody>
      </p:sp>
      <p:sp>
        <p:nvSpPr>
          <p:cNvPr id="10" name="Example box"/>
          <p:cNvSpPr>
            <a:spLocks noGrp="1"/>
          </p:cNvSpPr>
          <p:nvPr/>
        </p:nvSpPr>
        <p:spPr>
          <a:xfrm>
            <a:off x="1370000" y="4060000"/>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a:solidFill>
                  <a:srgbClr val="00684D"/>
                </a:solidFill>
                <a:latin typeface="Arial"/>
                <a:ea typeface="Arial"/>
                <a:cs typeface="Arial"/>
              </a:rPr>
              <a:t>Example: Gene A is significant in three fine-cell contrasts</a:t>
            </a:r>
          </a:p>
          <a:p>
            <a:pPr algn="ctr">
              <a:lnSpc>
                <a:spcPct val="100000"/>
              </a:lnSpc>
              <a:spcBef>
                <a:spcPts val="0"/>
              </a:spcBef>
              <a:spcAft>
                <a:spcPts val="0"/>
              </a:spcAft>
              <a:buNone/>
            </a:pPr>
            <a:endParaRPr sz="1550" b="1" i="0">
              <a:solidFill>
                <a:srgbClr val="00684D"/>
              </a:solidFill>
              <a:latin typeface="Arial"/>
              <a:ea typeface="Arial"/>
              <a:cs typeface="Arial"/>
            </a:endParaRPr>
          </a:p>
          <a:p>
            <a:pPr algn="ctr">
              <a:lnSpc>
                <a:spcPct val="100000"/>
              </a:lnSpc>
              <a:spcBef>
                <a:spcPts val="0"/>
              </a:spcBef>
              <a:spcAft>
                <a:spcPts val="0"/>
              </a:spcAft>
              <a:buNone/>
            </a:pPr>
            <a:r>
              <a:rPr sz="1550" b="1" i="0">
                <a:solidFill>
                  <a:srgbClr val="00684D"/>
                </a:solidFill>
                <a:latin typeface="Arial"/>
                <a:ea typeface="Arial"/>
                <a:cs typeface="Arial"/>
              </a:rPr>
              <a:t>3 DEG occurrences     1 unique gene</a:t>
            </a:r>
          </a:p>
        </p:txBody>
      </p:sp>
      <p:sp>
        <p:nvSpPr>
          <p:cNvPr id="11" name="Interpretation"/>
          <p:cNvSpPr>
            <a:spLocks noGrp="1"/>
          </p:cNvSpPr>
          <p:nvPr/>
        </p:nvSpPr>
        <p:spPr>
          <a:xfrm>
            <a:off x="1370000" y="5840000"/>
            <a:ext cx="9450000" cy="520000"/>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100" b="0" i="0">
                <a:solidFill>
                  <a:srgbClr val="4E5A68"/>
                </a:solidFill>
                <a:latin typeface="Arial"/>
                <a:ea typeface="Arial"/>
                <a:cs typeface="Arial"/>
              </a:rPr>
              <a:t>Occurrence counts repeated significant results. Unique-gene counts count each gene once.</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35323</Words>
  <Application>Microsoft Macintosh PowerPoint</Application>
  <DocSecurity>0</DocSecurity>
  <PresentationFormat>Widescreen</PresentationFormat>
  <Paragraphs>3383</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7</cp:revision>
  <dcterms:created xsi:type="dcterms:W3CDTF">2026-09-20T15:55:40Z</dcterms:created>
  <dcterms:modified xsi:type="dcterms:W3CDTF">2026-09-20T21:38:13Z</dcterms:modified>
</cp:coreProperties>
</file>