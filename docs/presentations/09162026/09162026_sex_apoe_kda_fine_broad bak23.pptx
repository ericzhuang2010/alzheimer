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52"/>
    <p:restoredTop sz="94653"/>
  </p:normalViewPr>
  <p:slideViewPr>
    <p:cSldViewPr snapToGrid="0" snapToObjects="1">
      <p:cViewPr varScale="1">
        <p:scale>
          <a:sx n="142" d="100"/>
          <a:sy n="142" d="100"/>
        </p:scale>
        <p:origin x="17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summarize how many pathways had at least one significant result.</a:t>
            </a:r>
          </a:p>
          <a:p>
            <a:endParaRPr/>
          </a:p>
          <a:p>
            <a:r>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a:endParaRPr/>
          </a:p>
          <a:p>
            <a:r>
              <a:t>Scientific boundary: The occurrence counts do not represent unique genes, expression magnitude, independent donors, or replication. They summarize repeated DEG observations across fine-cell comparisons.</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pattern with opposite OXPHOS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two mitochondrial gene sets. It does not prove protein imbalance, mitochondrial dysfunction, or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opposite OXPHOS gene-expression directions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a:endParaRPr/>
          </a:p>
          <a:p>
            <a:r>
              <a:t>Scientific boundary: These are repeated DEG occurrences, not counts of unique genes or independent donors.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the same AD direction across cohorts means here.</a:t>
            </a:r>
          </a:p>
          <a:p>
            <a:endParaRPr/>
          </a:p>
          <a:p>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with the same or opposite AD directions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are shared MitoCarta MT DEGs. Matching AD directions do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two-genome OXPHOS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preview the evidence used to support it.</a:t>
            </a:r>
          </a:p>
          <a:p>
            <a:endParaRPr/>
          </a:p>
          <a:p>
            <a:r>
              <a:t>Walk through: Finding 3 concerns female APOE ε2 cells. In ROSMAP fine-cell comparisons of Alzheimer’s disease with no cognitive impairment, core MT genes and nuclear-encoded OXPHOS genes were both predominantly upregulated. This section begins with the direction of gene expression, then presents DEG-occurrence counts, compares fine-cell and direct broad-cell evidence, and ends with a cautious interpretation and literature context.</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Define the two OXPHOS gene sets and show their direction in female APOE ε2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both OXPHOS gene sets are described as upregulated together.</a:t>
            </a:r>
          </a:p>
          <a:p>
            <a:endParaRPr/>
          </a:p>
          <a:p>
            <a:r>
              <a:t>Walk through: Core MT genes are the 13 protein-coding genes in mitochondrial DNA that encode structural OXPHOS subunits. Nuclear-encoded OXPHOS genes are the 86 nuclear genes that encode the other structural subunits included in this analysis. Across the included female APOE ε2 fine-cell comparisons, 127 of 128 core MT gene occurrences and 239 of 243 nuclear-encoded OXPHOS gene occurrences were upregulated in AD. The two gene sets therefore show the same direction of gene-expression change.</a:t>
            </a:r>
          </a:p>
          <a:p>
            <a:endParaRPr/>
          </a:p>
          <a:p>
            <a:r>
              <a:t>Scientific boundary: One occurrence means that one gene is a DEG in one included fine-cell comparison. The same gene can contribute another occurrence in another comparison. These counts do not measure unique genes, expression magnitude, protein assembly, respiration, or ATP production.</a:t>
            </a:r>
          </a:p>
          <a:p>
            <a:endParaRPr/>
          </a:p>
          <a:p>
            <a:r>
              <a:t>Transition: Quantify the AD-up and AD-down occurrences for each gene set.</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This slide quantifies the female APOE epsilon-2 pattern. Across the included fine-cell comparisons, core MT genes contribute 128 DEG occurrences: 127 AD-up and one AD-down, so 99 percent are upregulated. Nuclear-encoded OXPHOS genes contribute 243 DEG occurrences: 239 AD-up and four AD-down, so 98 percent are upregulated. Both OXPHOS gene sets therefore show an almost uniform increase in AD.</a:t>
            </a:r>
          </a:p>
          <a:p>
            <a:endParaRPr/>
          </a:p>
          <a:p>
            <a:r>
              <a:t>Scientific boundary: The numbers 128 and 243 are gene-by-comparison occurrences, not counts of unique genes, cells, or donors.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fine-cell and direct broad-cell evidence for Finding 3.</a:t>
            </a:r>
          </a:p>
          <a:p>
            <a:endParaRPr/>
          </a:p>
          <a:p>
            <a:r>
              <a:t>Walk through: Fine-cell ROSMAP supports both gene sets. Significant enrichment of upregulated genes appeared in nine of 12 fine cell types for core MT genes and eight of 12 for nuclear-encoded OXPHOS genes. Direct broad-cell ROSMAP supports the nuclear-encoded OXPHOS increase, but the core MT result was not significant. SEA-AD has no matched female APOE ε2 fine-cell DEG result, so it adds neither supporting nor contradictory evidence.</a:t>
            </a:r>
          </a:p>
          <a:p>
            <a:endParaRPr/>
          </a:p>
          <a:p>
            <a:r>
              <a:t>Scientific boundary: The direct broad-cell result partially supports the finding but does not reproduce the coordinated two-gene-set pattern. The complete pattern is therefore supported mainly by fine-cell ROSMAP. Missing SEA-AD coverage is neutral.</a:t>
            </a:r>
          </a:p>
          <a:p>
            <a:endParaRPr/>
          </a:p>
          <a:p>
            <a:r>
              <a:t>Transition: Consider what coordinated upregulation might mean without assuming that it is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biological hypothesis while separating it from the evidence.</a:t>
            </a:r>
          </a:p>
          <a:p>
            <a:endParaRPr/>
          </a:p>
          <a:p>
            <a:r>
              <a:t>Walk through: APOE ε2 is associated with lower Alzheimer’s disease risk at the population level, but these data come from diseased tissue. Both OXPHOS gene sets are upregulated together. This pattern could reflect compensation for inefficient mitochondria or another disease-related state. It supports testing a protective-response hypothesis, but it does not establish one.</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Review the prior research that supports parts of this interpretation.</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which part of the interpretation each cited study supports.</a:t>
            </a:r>
          </a:p>
          <a:p>
            <a:endParaRPr/>
          </a:p>
          <a:p>
            <a:r>
              <a:t>Walk through: Belloy and colleagues establish that Alzheimer’s disease risk differs across APOE alleles, but they do not explain this female APOE ε2 gene-expression pattern. Lee and colleagues show that APOE state can alter mitochondrial homeostasis in another experimental context. Guo and colleagues support sex-aware and cell-type-aware analysis of Alzheimer’s molecular networks, but they do not report this exact OXPHOS result. The novelty rating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and the different OXPHOS direction in female APOE ε4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or donors,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The normalized enrichment score, or NES, summarizes the direction and strength of a pathway result; a positive NES indicates higher pathway expression in AD. In direct broad-cell analysis, the ROSMAP excitatory-neuron NES is weakly positive and not significant, while the SEA-AD excitatory-neuron NES is significantly positive. The available SEA-AD fine-cell check is only one small astrocyte DEG list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or cells,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a:endParaRPr/>
          </a:p>
          <a:p>
            <a:r>
              <a:t>Scientific boundary: This size difference helps explain the large occurrence count, but it does not change the proportion of upregulated versus downregulated occurrences. SEA-AD has no matched male APOE ε2 fine-cell DEG result here.</a:t>
            </a:r>
          </a:p>
          <a:p>
            <a:endParaRPr/>
          </a:p>
          <a:p>
            <a:r>
              <a:t>Transition: Return to the biological meaning of the coordinated DEG direction.</a:t>
            </a:r>
          </a:p>
          <a:p>
            <a:endParaRPr/>
          </a:p>
          <a:p>
            <a:r>
              <a:t>Sources: docs/analysis/kda_w_human_validation/rosmap_sex_apoe_broad_kda_analysis.md, Finding 5 and DEG-set-size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 xmlns:a16="http://schemas.microsoft.com/office/drawing/2014/main"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 xmlns:a16="http://schemas.microsoft.com/office/drawing/2014/main"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 xmlns:p14="http://schemas.microsoft.com/office/powerpoint/2010/main"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 xmlns:p14="http://schemas.microsoft.com/office/powerpoint/2010/main"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SEA-AD MitoCarta MT DEGs also found in ROSMAP</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core MT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analyzing AD networks separately by sex.</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based on the directions of two defined OXPHOS gene sets.</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neurons</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included fine-cell DEG lists. The same gene can recur in different comparisons.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Nuclear-encoded MT genes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account for the matched inhibitory-neuron pattern?</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genes with the same direction</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genes with opposite directions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Other mitochondrial processes also decrease</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Two-genome OXPHOS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 Opposite OXPHOS directions are biologically plausible,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nuclear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no cognitive impairment</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occurrences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dirty="0">
                <a:solidFill>
                  <a:srgbClr val="0F233D"/>
                </a:solidFill>
                <a:latin typeface="Arial"/>
                <a:ea typeface="Arial"/>
                <a:cs typeface="Arial"/>
              </a:rPr>
              <a:t>Fine-cell </a:t>
            </a:r>
            <a:r>
              <a:rPr lang="en-US" sz="2200" b="1" i="0" dirty="0">
                <a:solidFill>
                  <a:srgbClr val="0F233D"/>
                </a:solidFill>
                <a:latin typeface="Arial"/>
                <a:ea typeface="Arial"/>
                <a:cs typeface="Arial"/>
              </a:rPr>
              <a:t>and broad-cell </a:t>
            </a:r>
            <a:r>
              <a:rPr sz="2200" b="1" i="0" dirty="0">
                <a:solidFill>
                  <a:srgbClr val="0F233D"/>
                </a:solidFill>
                <a:latin typeface="Arial"/>
                <a:ea typeface="Arial"/>
                <a:cs typeface="Arial"/>
              </a:rPr>
              <a:t>evidence support</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FINE-CELL ROSMAP</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2929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dirty="0">
                <a:solidFill>
                  <a:srgbClr val="7E4C9A"/>
                </a:solidFill>
                <a:latin typeface="Arial"/>
                <a:ea typeface="Arial"/>
                <a:cs typeface="Arial"/>
              </a:rPr>
              <a:t>The two-gene-set pattern </a:t>
            </a:r>
            <a:r>
              <a:rPr lang="en-US" sz="1130" b="1" i="0" dirty="0">
                <a:solidFill>
                  <a:srgbClr val="7E4C9A"/>
                </a:solidFill>
                <a:latin typeface="Arial"/>
                <a:ea typeface="Arial"/>
                <a:cs typeface="Arial"/>
              </a:rPr>
              <a:t>is </a:t>
            </a:r>
            <a:r>
              <a:rPr sz="1130" b="1" i="0" dirty="0">
                <a:solidFill>
                  <a:srgbClr val="7E4C9A"/>
                </a:solidFill>
                <a:latin typeface="Arial"/>
                <a:ea typeface="Arial"/>
                <a:cs typeface="Arial"/>
              </a:rPr>
              <a:t>mainly </a:t>
            </a:r>
            <a:r>
              <a:rPr lang="en-US" sz="1130" b="1" i="0" dirty="0">
                <a:solidFill>
                  <a:srgbClr val="7E4C9A"/>
                </a:solidFill>
                <a:latin typeface="Arial"/>
                <a:ea typeface="Arial"/>
                <a:cs typeface="Arial"/>
              </a:rPr>
              <a:t>supported by</a:t>
            </a:r>
            <a:r>
              <a:rPr sz="1130" b="1" i="0" dirty="0">
                <a:solidFill>
                  <a:srgbClr val="7E4C9A"/>
                </a:solidFill>
                <a:latin typeface="Arial"/>
                <a:ea typeface="Arial"/>
                <a:cs typeface="Arial"/>
              </a:rPr>
              <a:t>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normalized enrichment score (NES) = +0.70, adjusted P =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normalized enrichment score (NES) = +2.01, adjusted P =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DEG CHECK</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small astrocyte DEG list</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Only two DEGs were shared with ROSMAP. Adjusted overlap P =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gene sets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DEG sets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most downward OXPHOS DEG occurrences</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INCLUDED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TotalTime>
  <Words>35551</Words>
  <Application>Microsoft Macintosh PowerPoint</Application>
  <DocSecurity>0</DocSecurity>
  <PresentationFormat>Widescreen</PresentationFormat>
  <Paragraphs>3385</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13</cp:revision>
  <dcterms:created xsi:type="dcterms:W3CDTF">2026-09-20T15:55:40Z</dcterms:created>
  <dcterms:modified xsi:type="dcterms:W3CDTF">2026-09-21T03:01:54Z</dcterms:modified>
</cp:coreProperties>
</file>