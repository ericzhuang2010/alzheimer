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0.xml" ContentType="application/vnd.openxmlformats-officedocument.presentationml.slide+xml"/>
  <Override PartName="/ppt/notesSlides/notesSlide15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6"/>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56"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definition introduced on the preceding slide. Twelve of the 46 Level 1 and Level 2 pathways and 18 of the 149 complete pathways had at least one significant result across the tested contrasts and DEG lists.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The one-sided hypergeometric test calculates the probability of observing k or more pathway genes under random sampling from the detectable-gene background. Benjamini-Hochberg correction is then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Apply this definition to the pathway-analysis workflow and the number of pathways with at least one significant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a:solidFill>
                  <a:srgbClr val="4E5A68"/>
                </a:solidFill>
                <a:latin typeface="Arial"/>
                <a:ea typeface="Arial"/>
                <a:cs typeface="Arial"/>
              </a:rPr>
              <a:t>One result tests one pathway in one DEG list from one fine-cell sex/APOE contrast.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xpected-overlap-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EXPECTED OVERLAP UNDER CHANCE</a:t>
            </a:r>
          </a:p>
        </p:txBody>
      </p:sp>
      <p:sp>
        <p:nvSpPr>
          <p:cNvPr id="19" name="expected-overlap-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35396</Words>
  <Application>Microsoft Macintosh PowerPoint</Application>
  <DocSecurity>0</DocSecurity>
  <PresentationFormat>Widescreen</PresentationFormat>
  <Paragraphs>3384</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8</cp:revision>
  <dcterms:created xsi:type="dcterms:W3CDTF">2026-09-20T15:55:40Z</dcterms:created>
  <dcterms:modified xsi:type="dcterms:W3CDTF">2026-09-20T21:53:35Z</dcterms:modified>
</cp:coreProperties>
</file>