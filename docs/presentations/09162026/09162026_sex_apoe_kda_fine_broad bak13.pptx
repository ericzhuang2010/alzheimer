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significant DEG result and a DEG occurrence before showing DEG counts and direction percentages.</a:t>
            </a:r>
          </a:p>
          <a:p>
            <a:endParaRPr/>
          </a:p>
          <a:p>
            <a:r>
              <a:t>Walk through: Within one fine-cell contrast, a DEG result is significant when its BH-adjusted P value is below 0.05 and its absolute log2 fold change is greater than log2 of 1.3, approximately 0.38. Positive fold change means upregulated in AD, and negative fold change means downregulated in AD. One DEG occurrence records one gene meeting both criteria in one contrast. If the same gene meets both criteria in three contrasts, it contributes three DEG occurrences but remains one unique gene.</a:t>
            </a:r>
          </a:p>
          <a:p>
            <a:endParaRPr/>
          </a:p>
          <a:p>
            <a:r>
              <a:t>Scientific boundary: The criteria are evaluated within each contrast. Statistical significance does not establish causation. Occurrence counts measure repeated significant DEG results across contrasts and do not represent the number of unique genes or participants.</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gene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SIGNIFICANT DEG RESULT</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meets both DEG criteria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meets both DEG criteria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repeated significant DEG results.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t>
            </a:r>
            <a:r>
              <a:rPr lang="en-US" sz="1600" b="1" dirty="0">
                <a:solidFill>
                  <a:srgbClr val="FF0000"/>
                </a:solidFill>
                <a:latin typeface="Arial"/>
                <a:ea typeface="Arial"/>
                <a:cs typeface="Arial"/>
              </a:rPr>
              <a:t>significant</a:t>
            </a:r>
            <a:r>
              <a:rPr lang="en-US" sz="1600" dirty="0">
                <a:solidFill>
                  <a:srgbClr val="4E5A68"/>
                </a:solidFill>
                <a:latin typeface="Arial"/>
                <a:ea typeface="Arial"/>
                <a:cs typeface="Arial"/>
              </a:rPr>
              <a:t> within one fine-cell contrast when its DEG result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35396</Words>
  <Application>Microsoft Macintosh PowerPoint</Application>
  <DocSecurity>0</DocSecurity>
  <PresentationFormat>Widescreen</PresentationFormat>
  <Paragraphs>3384</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8</cp:revision>
  <dcterms:created xsi:type="dcterms:W3CDTF">2026-09-20T15:55:40Z</dcterms:created>
  <dcterms:modified xsi:type="dcterms:W3CDTF">2026-09-20T21:53:35Z</dcterms:modified>
</cp:coreProperties>
</file>